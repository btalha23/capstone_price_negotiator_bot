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4" r:id="rId4"/>
  </p:sldMasterIdLst>
  <p:notesMasterIdLst>
    <p:notesMasterId r:id="rId15"/>
  </p:notesMasterIdLst>
  <p:handoutMasterIdLst>
    <p:handoutMasterId r:id="rId16"/>
  </p:handoutMasterIdLst>
  <p:sldIdLst>
    <p:sldId id="285" r:id="rId5"/>
    <p:sldId id="296" r:id="rId6"/>
    <p:sldId id="297" r:id="rId7"/>
    <p:sldId id="298" r:id="rId8"/>
    <p:sldId id="304" r:id="rId9"/>
    <p:sldId id="294" r:id="rId10"/>
    <p:sldId id="299" r:id="rId11"/>
    <p:sldId id="300" r:id="rId12"/>
    <p:sldId id="260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293" autoAdjust="0"/>
  </p:normalViewPr>
  <p:slideViewPr>
    <p:cSldViewPr snapToGrid="0">
      <p:cViewPr varScale="1">
        <p:scale>
          <a:sx n="58" d="100"/>
          <a:sy n="58" d="100"/>
        </p:scale>
        <p:origin x="988" y="36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CEFFE2-C40D-474D-AE82-72740A01F956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AE44921-B6A1-40F4-BB14-E54FE906267D}">
      <dgm:prSet/>
      <dgm:spPr/>
      <dgm:t>
        <a:bodyPr/>
        <a:lstStyle/>
        <a:p>
          <a:pPr>
            <a:defRPr b="1"/>
          </a:pPr>
          <a:r>
            <a:rPr lang="en-US" b="1"/>
            <a:t>Personalized User Recommendations:</a:t>
          </a:r>
          <a:endParaRPr lang="en-US"/>
        </a:p>
      </dgm:t>
    </dgm:pt>
    <dgm:pt modelId="{104B75E1-1771-4041-991F-ED668812E155}" type="parTrans" cxnId="{BC3580D8-5770-45C8-B4DE-2A5B1258174B}">
      <dgm:prSet/>
      <dgm:spPr/>
      <dgm:t>
        <a:bodyPr/>
        <a:lstStyle/>
        <a:p>
          <a:endParaRPr lang="en-US"/>
        </a:p>
      </dgm:t>
    </dgm:pt>
    <dgm:pt modelId="{BB38A51B-FDEE-4E13-9257-5CB0080CE1A5}" type="sibTrans" cxnId="{BC3580D8-5770-45C8-B4DE-2A5B1258174B}">
      <dgm:prSet/>
      <dgm:spPr/>
      <dgm:t>
        <a:bodyPr/>
        <a:lstStyle/>
        <a:p>
          <a:endParaRPr lang="en-US"/>
        </a:p>
      </dgm:t>
    </dgm:pt>
    <dgm:pt modelId="{23B08217-8438-4E7D-B442-42E2658B1FA3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Analyzes user preferences and past interactions.</a:t>
          </a:r>
        </a:p>
      </dgm:t>
    </dgm:pt>
    <dgm:pt modelId="{7ED147ED-07DF-476C-8CF7-B4F8DFB2CBE5}" type="parTrans" cxnId="{6F763E34-52AB-4507-BB07-C1FC1C616781}">
      <dgm:prSet/>
      <dgm:spPr/>
      <dgm:t>
        <a:bodyPr/>
        <a:lstStyle/>
        <a:p>
          <a:endParaRPr lang="en-US"/>
        </a:p>
      </dgm:t>
    </dgm:pt>
    <dgm:pt modelId="{D8C9601B-5A5C-4740-9229-07C990233718}" type="sibTrans" cxnId="{6F763E34-52AB-4507-BB07-C1FC1C616781}">
      <dgm:prSet/>
      <dgm:spPr/>
      <dgm:t>
        <a:bodyPr/>
        <a:lstStyle/>
        <a:p>
          <a:endParaRPr lang="en-US"/>
        </a:p>
      </dgm:t>
    </dgm:pt>
    <dgm:pt modelId="{3E65D0BC-F5CA-44D3-B308-DC8744750816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Suggest tailored products and offers.</a:t>
          </a:r>
        </a:p>
      </dgm:t>
    </dgm:pt>
    <dgm:pt modelId="{CC5415A1-F20B-4544-99B7-E6DF5B9A8431}" type="parTrans" cxnId="{D249F982-359C-479E-B245-E3CD71F0C996}">
      <dgm:prSet/>
      <dgm:spPr/>
      <dgm:t>
        <a:bodyPr/>
        <a:lstStyle/>
        <a:p>
          <a:endParaRPr lang="en-US"/>
        </a:p>
      </dgm:t>
    </dgm:pt>
    <dgm:pt modelId="{2D1C2334-78C0-48DC-BC8F-7A7F3591C8C2}" type="sibTrans" cxnId="{D249F982-359C-479E-B245-E3CD71F0C996}">
      <dgm:prSet/>
      <dgm:spPr/>
      <dgm:t>
        <a:bodyPr/>
        <a:lstStyle/>
        <a:p>
          <a:endParaRPr lang="en-US"/>
        </a:p>
      </dgm:t>
    </dgm:pt>
    <dgm:pt modelId="{D33A6374-0339-4EF8-BD95-C7D51369F4E4}">
      <dgm:prSet/>
      <dgm:spPr/>
      <dgm:t>
        <a:bodyPr/>
        <a:lstStyle/>
        <a:p>
          <a:pPr>
            <a:defRPr b="1"/>
          </a:pPr>
          <a:r>
            <a:rPr lang="en-US" b="1"/>
            <a:t>Adaptive Price Negotiation:</a:t>
          </a:r>
          <a:endParaRPr lang="en-US"/>
        </a:p>
      </dgm:t>
    </dgm:pt>
    <dgm:pt modelId="{4AB6EBAD-537A-4BD0-BDF7-E15370729344}" type="parTrans" cxnId="{5B710C97-9FAD-4904-ABAD-C6F2B2817014}">
      <dgm:prSet/>
      <dgm:spPr/>
      <dgm:t>
        <a:bodyPr/>
        <a:lstStyle/>
        <a:p>
          <a:endParaRPr lang="en-US"/>
        </a:p>
      </dgm:t>
    </dgm:pt>
    <dgm:pt modelId="{EC93A683-4177-414A-8451-C393D21CCEF5}" type="sibTrans" cxnId="{5B710C97-9FAD-4904-ABAD-C6F2B2817014}">
      <dgm:prSet/>
      <dgm:spPr/>
      <dgm:t>
        <a:bodyPr/>
        <a:lstStyle/>
        <a:p>
          <a:endParaRPr lang="en-US"/>
        </a:p>
      </dgm:t>
    </dgm:pt>
    <dgm:pt modelId="{62D1B386-B03A-422A-BC00-DF73B6A3079A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Adjusts negotiation strategies based on user responses and market conditions.</a:t>
          </a:r>
        </a:p>
      </dgm:t>
    </dgm:pt>
    <dgm:pt modelId="{CCB96442-30C1-4EE3-B1EF-E4C3B902130C}" type="parTrans" cxnId="{F296BD5C-19AE-4F28-BCCF-8483773D9F05}">
      <dgm:prSet/>
      <dgm:spPr/>
      <dgm:t>
        <a:bodyPr/>
        <a:lstStyle/>
        <a:p>
          <a:endParaRPr lang="en-US"/>
        </a:p>
      </dgm:t>
    </dgm:pt>
    <dgm:pt modelId="{42B81B88-7E92-4D95-8E08-47855FF76CB8}" type="sibTrans" cxnId="{F296BD5C-19AE-4F28-BCCF-8483773D9F05}">
      <dgm:prSet/>
      <dgm:spPr/>
      <dgm:t>
        <a:bodyPr/>
        <a:lstStyle/>
        <a:p>
          <a:endParaRPr lang="en-US"/>
        </a:p>
      </dgm:t>
    </dgm:pt>
    <dgm:pt modelId="{840C4ACA-5E24-4D94-A69E-AA7A7ECA3A46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Uses data-driven insights to optimize pricing tactics.</a:t>
          </a:r>
        </a:p>
      </dgm:t>
    </dgm:pt>
    <dgm:pt modelId="{BFC96D59-EFF7-4C1A-81E9-C5E327148510}" type="parTrans" cxnId="{6A84E48E-603D-44CD-B11D-773069BFF37F}">
      <dgm:prSet/>
      <dgm:spPr/>
      <dgm:t>
        <a:bodyPr/>
        <a:lstStyle/>
        <a:p>
          <a:endParaRPr lang="en-US"/>
        </a:p>
      </dgm:t>
    </dgm:pt>
    <dgm:pt modelId="{35CB3158-5C26-4796-BD92-F89372750DAB}" type="sibTrans" cxnId="{6A84E48E-603D-44CD-B11D-773069BFF37F}">
      <dgm:prSet/>
      <dgm:spPr/>
      <dgm:t>
        <a:bodyPr/>
        <a:lstStyle/>
        <a:p>
          <a:endParaRPr lang="en-US"/>
        </a:p>
      </dgm:t>
    </dgm:pt>
    <dgm:pt modelId="{5F29E447-F30E-40F7-830A-69CC1D3989B5}">
      <dgm:prSet/>
      <dgm:spPr/>
      <dgm:t>
        <a:bodyPr/>
        <a:lstStyle/>
        <a:p>
          <a:pPr>
            <a:defRPr b="1"/>
          </a:pPr>
          <a:r>
            <a:rPr lang="en-US" b="1"/>
            <a:t>Dynamic Interaction:</a:t>
          </a:r>
          <a:endParaRPr lang="en-US"/>
        </a:p>
      </dgm:t>
    </dgm:pt>
    <dgm:pt modelId="{8716ABE7-DFF1-4F3F-8DC2-B35CE57FD28A}" type="parTrans" cxnId="{6DE031C1-B546-45CF-B113-068BB6D69EAF}">
      <dgm:prSet/>
      <dgm:spPr/>
      <dgm:t>
        <a:bodyPr/>
        <a:lstStyle/>
        <a:p>
          <a:endParaRPr lang="en-US"/>
        </a:p>
      </dgm:t>
    </dgm:pt>
    <dgm:pt modelId="{45F2581D-91D6-4379-A576-37CD1C9FB766}" type="sibTrans" cxnId="{6DE031C1-B546-45CF-B113-068BB6D69EAF}">
      <dgm:prSet/>
      <dgm:spPr/>
      <dgm:t>
        <a:bodyPr/>
        <a:lstStyle/>
        <a:p>
          <a:endParaRPr lang="en-US"/>
        </a:p>
      </dgm:t>
    </dgm:pt>
    <dgm:pt modelId="{7D2AF599-88C4-4887-B01D-7B3577459D3F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Engages users with contextually relevant dialogue.</a:t>
          </a:r>
        </a:p>
      </dgm:t>
    </dgm:pt>
    <dgm:pt modelId="{E1BE34C9-05F4-45B1-B8D7-04B210520E07}" type="parTrans" cxnId="{43ABC02A-B1A8-4D20-817D-07DE613B4AF0}">
      <dgm:prSet/>
      <dgm:spPr/>
      <dgm:t>
        <a:bodyPr/>
        <a:lstStyle/>
        <a:p>
          <a:endParaRPr lang="en-US"/>
        </a:p>
      </dgm:t>
    </dgm:pt>
    <dgm:pt modelId="{AD62CA8D-93AB-4F73-9FC5-3B22A0DB3AB6}" type="sibTrans" cxnId="{43ABC02A-B1A8-4D20-817D-07DE613B4AF0}">
      <dgm:prSet/>
      <dgm:spPr/>
      <dgm:t>
        <a:bodyPr/>
        <a:lstStyle/>
        <a:p>
          <a:endParaRPr lang="en-US"/>
        </a:p>
      </dgm:t>
    </dgm:pt>
    <dgm:pt modelId="{ADF266D9-837F-4538-B418-2D8964533F95}">
      <dgm:prSet custT="1"/>
      <dgm:spPr/>
      <dgm:t>
        <a:bodyPr/>
        <a:lstStyle/>
        <a:p>
          <a:r>
            <a:rPr lang="en-US" sz="1600" dirty="0">
              <a:latin typeface="Times New Roman" panose="02020603050405020304" pitchFamily="18" charset="0"/>
              <a:cs typeface="Times New Roman" panose="02020603050405020304" pitchFamily="18" charset="0"/>
            </a:rPr>
            <a:t>Adapts responses based on real-time data and user input.</a:t>
          </a:r>
        </a:p>
      </dgm:t>
    </dgm:pt>
    <dgm:pt modelId="{11E2CD51-2E31-4666-91B5-39EED0F7C034}" type="parTrans" cxnId="{53878BE6-2F36-4848-9C24-56A37B467AC8}">
      <dgm:prSet/>
      <dgm:spPr/>
      <dgm:t>
        <a:bodyPr/>
        <a:lstStyle/>
        <a:p>
          <a:endParaRPr lang="en-US"/>
        </a:p>
      </dgm:t>
    </dgm:pt>
    <dgm:pt modelId="{0CC757C6-82DB-415D-84CD-155DB3BBE568}" type="sibTrans" cxnId="{53878BE6-2F36-4848-9C24-56A37B467AC8}">
      <dgm:prSet/>
      <dgm:spPr/>
      <dgm:t>
        <a:bodyPr/>
        <a:lstStyle/>
        <a:p>
          <a:endParaRPr lang="en-US"/>
        </a:p>
      </dgm:t>
    </dgm:pt>
    <dgm:pt modelId="{41EE1733-2A24-414C-AAE6-76239AD80D89}" type="pres">
      <dgm:prSet presAssocID="{4ACEFFE2-C40D-474D-AE82-72740A01F956}" presName="root" presStyleCnt="0">
        <dgm:presLayoutVars>
          <dgm:dir/>
          <dgm:resizeHandles val="exact"/>
        </dgm:presLayoutVars>
      </dgm:prSet>
      <dgm:spPr/>
    </dgm:pt>
    <dgm:pt modelId="{7CB35935-1E0D-4C83-950D-AE54AF5C3620}" type="pres">
      <dgm:prSet presAssocID="{9AE44921-B6A1-40F4-BB14-E54FE906267D}" presName="compNode" presStyleCnt="0"/>
      <dgm:spPr/>
    </dgm:pt>
    <dgm:pt modelId="{2FC311D3-D864-47AA-97AC-429A729A8A98}" type="pres">
      <dgm:prSet presAssocID="{9AE44921-B6A1-40F4-BB14-E54FE906267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ngle gear"/>
        </a:ext>
      </dgm:extLst>
    </dgm:pt>
    <dgm:pt modelId="{17938806-C664-4673-A43B-B109457A10A9}" type="pres">
      <dgm:prSet presAssocID="{9AE44921-B6A1-40F4-BB14-E54FE906267D}" presName="iconSpace" presStyleCnt="0"/>
      <dgm:spPr/>
    </dgm:pt>
    <dgm:pt modelId="{354EACDF-9AE5-4B41-9F44-8151D70551A9}" type="pres">
      <dgm:prSet presAssocID="{9AE44921-B6A1-40F4-BB14-E54FE906267D}" presName="parTx" presStyleLbl="revTx" presStyleIdx="0" presStyleCnt="6">
        <dgm:presLayoutVars>
          <dgm:chMax val="0"/>
          <dgm:chPref val="0"/>
        </dgm:presLayoutVars>
      </dgm:prSet>
      <dgm:spPr/>
    </dgm:pt>
    <dgm:pt modelId="{FBE1866D-90F2-4F3B-8AC8-A5421245041A}" type="pres">
      <dgm:prSet presAssocID="{9AE44921-B6A1-40F4-BB14-E54FE906267D}" presName="txSpace" presStyleCnt="0"/>
      <dgm:spPr/>
    </dgm:pt>
    <dgm:pt modelId="{8249D7F7-92FA-4DD1-81B5-7CCF5B7B7E2A}" type="pres">
      <dgm:prSet presAssocID="{9AE44921-B6A1-40F4-BB14-E54FE906267D}" presName="desTx" presStyleLbl="revTx" presStyleIdx="1" presStyleCnt="6">
        <dgm:presLayoutVars/>
      </dgm:prSet>
      <dgm:spPr/>
    </dgm:pt>
    <dgm:pt modelId="{B0E9857E-FA73-42D6-B8AC-7B2365A59BDA}" type="pres">
      <dgm:prSet presAssocID="{BB38A51B-FDEE-4E13-9257-5CB0080CE1A5}" presName="sibTrans" presStyleCnt="0"/>
      <dgm:spPr/>
    </dgm:pt>
    <dgm:pt modelId="{686A9BB0-236C-4D03-AE1D-AAEC3E852CDE}" type="pres">
      <dgm:prSet presAssocID="{D33A6374-0339-4EF8-BD95-C7D51369F4E4}" presName="compNode" presStyleCnt="0"/>
      <dgm:spPr/>
    </dgm:pt>
    <dgm:pt modelId="{EC7920DD-9BAD-49BF-A91E-920BA975632F}" type="pres">
      <dgm:prSet presAssocID="{D33A6374-0339-4EF8-BD95-C7D51369F4E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7A738E59-49E4-43B5-9012-DF29E2700F04}" type="pres">
      <dgm:prSet presAssocID="{D33A6374-0339-4EF8-BD95-C7D51369F4E4}" presName="iconSpace" presStyleCnt="0"/>
      <dgm:spPr/>
    </dgm:pt>
    <dgm:pt modelId="{075B51F5-54E5-4EA4-AA91-84A366EFD05E}" type="pres">
      <dgm:prSet presAssocID="{D33A6374-0339-4EF8-BD95-C7D51369F4E4}" presName="parTx" presStyleLbl="revTx" presStyleIdx="2" presStyleCnt="6">
        <dgm:presLayoutVars>
          <dgm:chMax val="0"/>
          <dgm:chPref val="0"/>
        </dgm:presLayoutVars>
      </dgm:prSet>
      <dgm:spPr/>
    </dgm:pt>
    <dgm:pt modelId="{E1AB4232-1CF8-4713-8277-E256BA9CA9E3}" type="pres">
      <dgm:prSet presAssocID="{D33A6374-0339-4EF8-BD95-C7D51369F4E4}" presName="txSpace" presStyleCnt="0"/>
      <dgm:spPr/>
    </dgm:pt>
    <dgm:pt modelId="{835916D4-0A6F-44B2-94D5-7B0B8EE94B24}" type="pres">
      <dgm:prSet presAssocID="{D33A6374-0339-4EF8-BD95-C7D51369F4E4}" presName="desTx" presStyleLbl="revTx" presStyleIdx="3" presStyleCnt="6">
        <dgm:presLayoutVars/>
      </dgm:prSet>
      <dgm:spPr/>
    </dgm:pt>
    <dgm:pt modelId="{5EF3EED2-2BB4-4626-B9BC-28BEEA081D6D}" type="pres">
      <dgm:prSet presAssocID="{EC93A683-4177-414A-8451-C393D21CCEF5}" presName="sibTrans" presStyleCnt="0"/>
      <dgm:spPr/>
    </dgm:pt>
    <dgm:pt modelId="{1A0972AF-0950-4940-92EF-E1F7BB7DC9B8}" type="pres">
      <dgm:prSet presAssocID="{5F29E447-F30E-40F7-830A-69CC1D3989B5}" presName="compNode" presStyleCnt="0"/>
      <dgm:spPr/>
    </dgm:pt>
    <dgm:pt modelId="{CF5A84E4-64B9-4440-9003-B8E6B6FE1471}" type="pres">
      <dgm:prSet presAssocID="{5F29E447-F30E-40F7-830A-69CC1D3989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4FDA9883-04D2-4707-BF69-AE4D81DDABF3}" type="pres">
      <dgm:prSet presAssocID="{5F29E447-F30E-40F7-830A-69CC1D3989B5}" presName="iconSpace" presStyleCnt="0"/>
      <dgm:spPr/>
    </dgm:pt>
    <dgm:pt modelId="{1AA86F32-0D0F-4720-8553-5D78515BBE27}" type="pres">
      <dgm:prSet presAssocID="{5F29E447-F30E-40F7-830A-69CC1D3989B5}" presName="parTx" presStyleLbl="revTx" presStyleIdx="4" presStyleCnt="6">
        <dgm:presLayoutVars>
          <dgm:chMax val="0"/>
          <dgm:chPref val="0"/>
        </dgm:presLayoutVars>
      </dgm:prSet>
      <dgm:spPr/>
    </dgm:pt>
    <dgm:pt modelId="{D7C0B3C0-5563-4507-B923-AA8DE4CA1D4D}" type="pres">
      <dgm:prSet presAssocID="{5F29E447-F30E-40F7-830A-69CC1D3989B5}" presName="txSpace" presStyleCnt="0"/>
      <dgm:spPr/>
    </dgm:pt>
    <dgm:pt modelId="{261FEBB5-E5F3-4DCC-A9D6-09D570641E22}" type="pres">
      <dgm:prSet presAssocID="{5F29E447-F30E-40F7-830A-69CC1D3989B5}" presName="desTx" presStyleLbl="revTx" presStyleIdx="5" presStyleCnt="6" custScaleY="124812">
        <dgm:presLayoutVars/>
      </dgm:prSet>
      <dgm:spPr/>
    </dgm:pt>
  </dgm:ptLst>
  <dgm:cxnLst>
    <dgm:cxn modelId="{B716F01E-FBD7-4733-A2D2-79A0A448F6B7}" type="presOf" srcId="{9AE44921-B6A1-40F4-BB14-E54FE906267D}" destId="{354EACDF-9AE5-4B41-9F44-8151D70551A9}" srcOrd="0" destOrd="0" presId="urn:microsoft.com/office/officeart/2018/5/layout/CenteredIconLabelDescriptionList"/>
    <dgm:cxn modelId="{43ABC02A-B1A8-4D20-817D-07DE613B4AF0}" srcId="{5F29E447-F30E-40F7-830A-69CC1D3989B5}" destId="{7D2AF599-88C4-4887-B01D-7B3577459D3F}" srcOrd="0" destOrd="0" parTransId="{E1BE34C9-05F4-45B1-B8D7-04B210520E07}" sibTransId="{AD62CA8D-93AB-4F73-9FC5-3B22A0DB3AB6}"/>
    <dgm:cxn modelId="{6F763E34-52AB-4507-BB07-C1FC1C616781}" srcId="{9AE44921-B6A1-40F4-BB14-E54FE906267D}" destId="{23B08217-8438-4E7D-B442-42E2658B1FA3}" srcOrd="0" destOrd="0" parTransId="{7ED147ED-07DF-476C-8CF7-B4F8DFB2CBE5}" sibTransId="{D8C9601B-5A5C-4740-9229-07C990233718}"/>
    <dgm:cxn modelId="{BDFB433A-F84B-4455-89C4-8A36AB04F9E5}" type="presOf" srcId="{3E65D0BC-F5CA-44D3-B308-DC8744750816}" destId="{8249D7F7-92FA-4DD1-81B5-7CCF5B7B7E2A}" srcOrd="0" destOrd="1" presId="urn:microsoft.com/office/officeart/2018/5/layout/CenteredIconLabelDescriptionList"/>
    <dgm:cxn modelId="{F296BD5C-19AE-4F28-BCCF-8483773D9F05}" srcId="{D33A6374-0339-4EF8-BD95-C7D51369F4E4}" destId="{62D1B386-B03A-422A-BC00-DF73B6A3079A}" srcOrd="0" destOrd="0" parTransId="{CCB96442-30C1-4EE3-B1EF-E4C3B902130C}" sibTransId="{42B81B88-7E92-4D95-8E08-47855FF76CB8}"/>
    <dgm:cxn modelId="{6E767960-0E90-4E88-8AF0-AB8CA7CFE2F1}" type="presOf" srcId="{D33A6374-0339-4EF8-BD95-C7D51369F4E4}" destId="{075B51F5-54E5-4EA4-AA91-84A366EFD05E}" srcOrd="0" destOrd="0" presId="urn:microsoft.com/office/officeart/2018/5/layout/CenteredIconLabelDescriptionList"/>
    <dgm:cxn modelId="{21A0FD63-089F-456A-AE94-CCBB58BC10DF}" type="presOf" srcId="{23B08217-8438-4E7D-B442-42E2658B1FA3}" destId="{8249D7F7-92FA-4DD1-81B5-7CCF5B7B7E2A}" srcOrd="0" destOrd="0" presId="urn:microsoft.com/office/officeart/2018/5/layout/CenteredIconLabelDescriptionList"/>
    <dgm:cxn modelId="{D249F982-359C-479E-B245-E3CD71F0C996}" srcId="{9AE44921-B6A1-40F4-BB14-E54FE906267D}" destId="{3E65D0BC-F5CA-44D3-B308-DC8744750816}" srcOrd="1" destOrd="0" parTransId="{CC5415A1-F20B-4544-99B7-E6DF5B9A8431}" sibTransId="{2D1C2334-78C0-48DC-BC8F-7A7F3591C8C2}"/>
    <dgm:cxn modelId="{37A5478D-08D3-491E-AEEA-B81755CAD73C}" type="presOf" srcId="{5F29E447-F30E-40F7-830A-69CC1D3989B5}" destId="{1AA86F32-0D0F-4720-8553-5D78515BBE27}" srcOrd="0" destOrd="0" presId="urn:microsoft.com/office/officeart/2018/5/layout/CenteredIconLabelDescriptionList"/>
    <dgm:cxn modelId="{6A84E48E-603D-44CD-B11D-773069BFF37F}" srcId="{D33A6374-0339-4EF8-BD95-C7D51369F4E4}" destId="{840C4ACA-5E24-4D94-A69E-AA7A7ECA3A46}" srcOrd="1" destOrd="0" parTransId="{BFC96D59-EFF7-4C1A-81E9-C5E327148510}" sibTransId="{35CB3158-5C26-4796-BD92-F89372750DAB}"/>
    <dgm:cxn modelId="{5B710C97-9FAD-4904-ABAD-C6F2B2817014}" srcId="{4ACEFFE2-C40D-474D-AE82-72740A01F956}" destId="{D33A6374-0339-4EF8-BD95-C7D51369F4E4}" srcOrd="1" destOrd="0" parTransId="{4AB6EBAD-537A-4BD0-BDF7-E15370729344}" sibTransId="{EC93A683-4177-414A-8451-C393D21CCEF5}"/>
    <dgm:cxn modelId="{E09D2AA5-31CE-4F17-BD57-68B2B1FBC027}" type="presOf" srcId="{840C4ACA-5E24-4D94-A69E-AA7A7ECA3A46}" destId="{835916D4-0A6F-44B2-94D5-7B0B8EE94B24}" srcOrd="0" destOrd="1" presId="urn:microsoft.com/office/officeart/2018/5/layout/CenteredIconLabelDescriptionList"/>
    <dgm:cxn modelId="{6DE031C1-B546-45CF-B113-068BB6D69EAF}" srcId="{4ACEFFE2-C40D-474D-AE82-72740A01F956}" destId="{5F29E447-F30E-40F7-830A-69CC1D3989B5}" srcOrd="2" destOrd="0" parTransId="{8716ABE7-DFF1-4F3F-8DC2-B35CE57FD28A}" sibTransId="{45F2581D-91D6-4379-A576-37CD1C9FB766}"/>
    <dgm:cxn modelId="{C422B0C4-D9F2-43DE-99A1-24AF7E33F045}" type="presOf" srcId="{4ACEFFE2-C40D-474D-AE82-72740A01F956}" destId="{41EE1733-2A24-414C-AAE6-76239AD80D89}" srcOrd="0" destOrd="0" presId="urn:microsoft.com/office/officeart/2018/5/layout/CenteredIconLabelDescriptionList"/>
    <dgm:cxn modelId="{BC3580D8-5770-45C8-B4DE-2A5B1258174B}" srcId="{4ACEFFE2-C40D-474D-AE82-72740A01F956}" destId="{9AE44921-B6A1-40F4-BB14-E54FE906267D}" srcOrd="0" destOrd="0" parTransId="{104B75E1-1771-4041-991F-ED668812E155}" sibTransId="{BB38A51B-FDEE-4E13-9257-5CB0080CE1A5}"/>
    <dgm:cxn modelId="{EB1E09E0-BCE4-4C5B-9093-927BCDD8562C}" type="presOf" srcId="{ADF266D9-837F-4538-B418-2D8964533F95}" destId="{261FEBB5-E5F3-4DCC-A9D6-09D570641E22}" srcOrd="0" destOrd="1" presId="urn:microsoft.com/office/officeart/2018/5/layout/CenteredIconLabelDescriptionList"/>
    <dgm:cxn modelId="{53878BE6-2F36-4848-9C24-56A37B467AC8}" srcId="{5F29E447-F30E-40F7-830A-69CC1D3989B5}" destId="{ADF266D9-837F-4538-B418-2D8964533F95}" srcOrd="1" destOrd="0" parTransId="{11E2CD51-2E31-4666-91B5-39EED0F7C034}" sibTransId="{0CC757C6-82DB-415D-84CD-155DB3BBE568}"/>
    <dgm:cxn modelId="{0DE71DEA-DF98-4470-B878-09C8CD626624}" type="presOf" srcId="{7D2AF599-88C4-4887-B01D-7B3577459D3F}" destId="{261FEBB5-E5F3-4DCC-A9D6-09D570641E22}" srcOrd="0" destOrd="0" presId="urn:microsoft.com/office/officeart/2018/5/layout/CenteredIconLabelDescriptionList"/>
    <dgm:cxn modelId="{B5A18AEC-7DBE-45A1-8FD9-AA4FA8979847}" type="presOf" srcId="{62D1B386-B03A-422A-BC00-DF73B6A3079A}" destId="{835916D4-0A6F-44B2-94D5-7B0B8EE94B24}" srcOrd="0" destOrd="0" presId="urn:microsoft.com/office/officeart/2018/5/layout/CenteredIconLabelDescriptionList"/>
    <dgm:cxn modelId="{56B0E5D3-FF43-4C0C-B144-430704F89299}" type="presParOf" srcId="{41EE1733-2A24-414C-AAE6-76239AD80D89}" destId="{7CB35935-1E0D-4C83-950D-AE54AF5C3620}" srcOrd="0" destOrd="0" presId="urn:microsoft.com/office/officeart/2018/5/layout/CenteredIconLabelDescriptionList"/>
    <dgm:cxn modelId="{C3EFADB6-7DE7-4370-AE98-92408E7A40ED}" type="presParOf" srcId="{7CB35935-1E0D-4C83-950D-AE54AF5C3620}" destId="{2FC311D3-D864-47AA-97AC-429A729A8A98}" srcOrd="0" destOrd="0" presId="urn:microsoft.com/office/officeart/2018/5/layout/CenteredIconLabelDescriptionList"/>
    <dgm:cxn modelId="{50DEAC7E-70F9-4737-BFA6-D82F01F1E4B3}" type="presParOf" srcId="{7CB35935-1E0D-4C83-950D-AE54AF5C3620}" destId="{17938806-C664-4673-A43B-B109457A10A9}" srcOrd="1" destOrd="0" presId="urn:microsoft.com/office/officeart/2018/5/layout/CenteredIconLabelDescriptionList"/>
    <dgm:cxn modelId="{4AF98836-5373-4657-A63C-E5DAD9CDC4CF}" type="presParOf" srcId="{7CB35935-1E0D-4C83-950D-AE54AF5C3620}" destId="{354EACDF-9AE5-4B41-9F44-8151D70551A9}" srcOrd="2" destOrd="0" presId="urn:microsoft.com/office/officeart/2018/5/layout/CenteredIconLabelDescriptionList"/>
    <dgm:cxn modelId="{1A613BBA-1348-49C8-9E42-34C3D83CB597}" type="presParOf" srcId="{7CB35935-1E0D-4C83-950D-AE54AF5C3620}" destId="{FBE1866D-90F2-4F3B-8AC8-A5421245041A}" srcOrd="3" destOrd="0" presId="urn:microsoft.com/office/officeart/2018/5/layout/CenteredIconLabelDescriptionList"/>
    <dgm:cxn modelId="{EC6C03CC-C323-4D32-94B1-1BFC1C518187}" type="presParOf" srcId="{7CB35935-1E0D-4C83-950D-AE54AF5C3620}" destId="{8249D7F7-92FA-4DD1-81B5-7CCF5B7B7E2A}" srcOrd="4" destOrd="0" presId="urn:microsoft.com/office/officeart/2018/5/layout/CenteredIconLabelDescriptionList"/>
    <dgm:cxn modelId="{6947A4C6-2D7C-4A1A-AA1D-D5447872D24A}" type="presParOf" srcId="{41EE1733-2A24-414C-AAE6-76239AD80D89}" destId="{B0E9857E-FA73-42D6-B8AC-7B2365A59BDA}" srcOrd="1" destOrd="0" presId="urn:microsoft.com/office/officeart/2018/5/layout/CenteredIconLabelDescriptionList"/>
    <dgm:cxn modelId="{70A8304D-3AEB-415A-B69B-113C2CAC31C3}" type="presParOf" srcId="{41EE1733-2A24-414C-AAE6-76239AD80D89}" destId="{686A9BB0-236C-4D03-AE1D-AAEC3E852CDE}" srcOrd="2" destOrd="0" presId="urn:microsoft.com/office/officeart/2018/5/layout/CenteredIconLabelDescriptionList"/>
    <dgm:cxn modelId="{749585DC-DD5A-4CFD-A1C6-CD7473725111}" type="presParOf" srcId="{686A9BB0-236C-4D03-AE1D-AAEC3E852CDE}" destId="{EC7920DD-9BAD-49BF-A91E-920BA975632F}" srcOrd="0" destOrd="0" presId="urn:microsoft.com/office/officeart/2018/5/layout/CenteredIconLabelDescriptionList"/>
    <dgm:cxn modelId="{E7F75C0C-7DE9-4558-90A8-08C0628508A2}" type="presParOf" srcId="{686A9BB0-236C-4D03-AE1D-AAEC3E852CDE}" destId="{7A738E59-49E4-43B5-9012-DF29E2700F04}" srcOrd="1" destOrd="0" presId="urn:microsoft.com/office/officeart/2018/5/layout/CenteredIconLabelDescriptionList"/>
    <dgm:cxn modelId="{2340A10F-0617-4DFC-A921-4A504F6C437D}" type="presParOf" srcId="{686A9BB0-236C-4D03-AE1D-AAEC3E852CDE}" destId="{075B51F5-54E5-4EA4-AA91-84A366EFD05E}" srcOrd="2" destOrd="0" presId="urn:microsoft.com/office/officeart/2018/5/layout/CenteredIconLabelDescriptionList"/>
    <dgm:cxn modelId="{D157989A-7292-4A97-8503-C83F34EB3849}" type="presParOf" srcId="{686A9BB0-236C-4D03-AE1D-AAEC3E852CDE}" destId="{E1AB4232-1CF8-4713-8277-E256BA9CA9E3}" srcOrd="3" destOrd="0" presId="urn:microsoft.com/office/officeart/2018/5/layout/CenteredIconLabelDescriptionList"/>
    <dgm:cxn modelId="{F4B12111-4EEF-48D1-8387-8598199B8517}" type="presParOf" srcId="{686A9BB0-236C-4D03-AE1D-AAEC3E852CDE}" destId="{835916D4-0A6F-44B2-94D5-7B0B8EE94B24}" srcOrd="4" destOrd="0" presId="urn:microsoft.com/office/officeart/2018/5/layout/CenteredIconLabelDescriptionList"/>
    <dgm:cxn modelId="{7EADF46E-2F76-4FF0-A7D5-D762A34D0A82}" type="presParOf" srcId="{41EE1733-2A24-414C-AAE6-76239AD80D89}" destId="{5EF3EED2-2BB4-4626-B9BC-28BEEA081D6D}" srcOrd="3" destOrd="0" presId="urn:microsoft.com/office/officeart/2018/5/layout/CenteredIconLabelDescriptionList"/>
    <dgm:cxn modelId="{AEC4B68A-7D40-4D05-8649-C931CCE4CD25}" type="presParOf" srcId="{41EE1733-2A24-414C-AAE6-76239AD80D89}" destId="{1A0972AF-0950-4940-92EF-E1F7BB7DC9B8}" srcOrd="4" destOrd="0" presId="urn:microsoft.com/office/officeart/2018/5/layout/CenteredIconLabelDescriptionList"/>
    <dgm:cxn modelId="{9BE93F21-EB18-43CE-A317-A47FA7D4F8AD}" type="presParOf" srcId="{1A0972AF-0950-4940-92EF-E1F7BB7DC9B8}" destId="{CF5A84E4-64B9-4440-9003-B8E6B6FE1471}" srcOrd="0" destOrd="0" presId="urn:microsoft.com/office/officeart/2018/5/layout/CenteredIconLabelDescriptionList"/>
    <dgm:cxn modelId="{51A34AEE-5813-4980-82AA-8384C98DF14A}" type="presParOf" srcId="{1A0972AF-0950-4940-92EF-E1F7BB7DC9B8}" destId="{4FDA9883-04D2-4707-BF69-AE4D81DDABF3}" srcOrd="1" destOrd="0" presId="urn:microsoft.com/office/officeart/2018/5/layout/CenteredIconLabelDescriptionList"/>
    <dgm:cxn modelId="{CB7791B0-6602-4512-B647-8F044333A19F}" type="presParOf" srcId="{1A0972AF-0950-4940-92EF-E1F7BB7DC9B8}" destId="{1AA86F32-0D0F-4720-8553-5D78515BBE27}" srcOrd="2" destOrd="0" presId="urn:microsoft.com/office/officeart/2018/5/layout/CenteredIconLabelDescriptionList"/>
    <dgm:cxn modelId="{BB4E8B25-9EA5-4561-B7E5-24494D0FDE84}" type="presParOf" srcId="{1A0972AF-0950-4940-92EF-E1F7BB7DC9B8}" destId="{D7C0B3C0-5563-4507-B923-AA8DE4CA1D4D}" srcOrd="3" destOrd="0" presId="urn:microsoft.com/office/officeart/2018/5/layout/CenteredIconLabelDescriptionList"/>
    <dgm:cxn modelId="{2CE5FF20-1CE7-47FC-AA2D-864A64A083AD}" type="presParOf" srcId="{1A0972AF-0950-4940-92EF-E1F7BB7DC9B8}" destId="{261FEBB5-E5F3-4DCC-A9D6-09D570641E2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83968B4-BED7-4D6A-9A75-86D0E776F3B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A12B4EE-22D0-445D-822C-9167E27064E1}">
      <dgm:prSet/>
      <dgm:spPr/>
      <dgm:t>
        <a:bodyPr/>
        <a:lstStyle/>
        <a:p>
          <a:pPr>
            <a:defRPr b="1"/>
          </a:pPr>
          <a:r>
            <a:rPr lang="en-US" b="1" dirty="0"/>
            <a:t>E-commerce Platforms:</a:t>
          </a:r>
          <a:endParaRPr lang="en-US" dirty="0"/>
        </a:p>
      </dgm:t>
    </dgm:pt>
    <dgm:pt modelId="{42716E4A-892D-4A92-A4FD-3141650AE72D}" type="parTrans" cxnId="{683DE22A-5036-45DC-BB2B-3B7DBAE34886}">
      <dgm:prSet/>
      <dgm:spPr/>
      <dgm:t>
        <a:bodyPr/>
        <a:lstStyle/>
        <a:p>
          <a:endParaRPr lang="en-US"/>
        </a:p>
      </dgm:t>
    </dgm:pt>
    <dgm:pt modelId="{12B57107-4F67-4E4D-AD80-5187870E68DE}" type="sibTrans" cxnId="{683DE22A-5036-45DC-BB2B-3B7DBAE34886}">
      <dgm:prSet/>
      <dgm:spPr/>
      <dgm:t>
        <a:bodyPr/>
        <a:lstStyle/>
        <a:p>
          <a:endParaRPr lang="en-US"/>
        </a:p>
      </dgm:t>
    </dgm:pt>
    <dgm:pt modelId="{14C10082-21F6-40BD-955F-F723587E156E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Assists users in negotiating prices for products.</a:t>
          </a:r>
        </a:p>
      </dgm:t>
    </dgm:pt>
    <dgm:pt modelId="{C45A4F9F-2B48-45B8-9320-F74D3294FBEF}" type="parTrans" cxnId="{DF721599-0247-49B9-BFF1-43AFE984FC6D}">
      <dgm:prSet/>
      <dgm:spPr/>
      <dgm:t>
        <a:bodyPr/>
        <a:lstStyle/>
        <a:p>
          <a:endParaRPr lang="en-US"/>
        </a:p>
      </dgm:t>
    </dgm:pt>
    <dgm:pt modelId="{421815DA-611D-46BF-B885-56DE27FE6EB5}" type="sibTrans" cxnId="{DF721599-0247-49B9-BFF1-43AFE984FC6D}">
      <dgm:prSet/>
      <dgm:spPr/>
      <dgm:t>
        <a:bodyPr/>
        <a:lstStyle/>
        <a:p>
          <a:endParaRPr lang="en-US"/>
        </a:p>
      </dgm:t>
    </dgm:pt>
    <dgm:pt modelId="{83EFEAD9-CE11-499C-8BA7-ADBFF92624A1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personalized recommendations based on user behavior.</a:t>
          </a:r>
        </a:p>
      </dgm:t>
    </dgm:pt>
    <dgm:pt modelId="{EFBA667F-9540-4417-A00B-762BD0EDB96E}" type="parTrans" cxnId="{F3C7216D-2F30-4931-921A-125030880725}">
      <dgm:prSet/>
      <dgm:spPr/>
      <dgm:t>
        <a:bodyPr/>
        <a:lstStyle/>
        <a:p>
          <a:endParaRPr lang="en-US"/>
        </a:p>
      </dgm:t>
    </dgm:pt>
    <dgm:pt modelId="{491DA868-2F12-4A0B-99A4-CF84CF82B07A}" type="sibTrans" cxnId="{F3C7216D-2F30-4931-921A-125030880725}">
      <dgm:prSet/>
      <dgm:spPr/>
      <dgm:t>
        <a:bodyPr/>
        <a:lstStyle/>
        <a:p>
          <a:endParaRPr lang="en-US"/>
        </a:p>
      </dgm:t>
    </dgm:pt>
    <dgm:pt modelId="{2689ACD0-F587-4FAE-A208-D01A542062AD}">
      <dgm:prSet/>
      <dgm:spPr/>
      <dgm:t>
        <a:bodyPr/>
        <a:lstStyle/>
        <a:p>
          <a:pPr>
            <a:defRPr b="1"/>
          </a:pPr>
          <a:r>
            <a:rPr lang="en-US" b="1"/>
            <a:t>Customer Service:</a:t>
          </a:r>
          <a:endParaRPr lang="en-US"/>
        </a:p>
      </dgm:t>
    </dgm:pt>
    <dgm:pt modelId="{36B3200B-173C-4EE6-8698-0FD128AB0407}" type="parTrans" cxnId="{34432C8B-F67A-4DA9-B758-A1A0205E86AD}">
      <dgm:prSet/>
      <dgm:spPr/>
      <dgm:t>
        <a:bodyPr/>
        <a:lstStyle/>
        <a:p>
          <a:endParaRPr lang="en-US"/>
        </a:p>
      </dgm:t>
    </dgm:pt>
    <dgm:pt modelId="{E0BA31AF-533B-4DA9-BE59-8FCF2CC97A8B}" type="sibTrans" cxnId="{34432C8B-F67A-4DA9-B758-A1A0205E86AD}">
      <dgm:prSet/>
      <dgm:spPr/>
      <dgm:t>
        <a:bodyPr/>
        <a:lstStyle/>
        <a:p>
          <a:endParaRPr lang="en-US"/>
        </a:p>
      </dgm:t>
    </dgm:pt>
    <dgm:pt modelId="{48B0FA27-C337-4457-BF23-A5C7D23C82A0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customer engagement through adaptive negotiation techniques.</a:t>
          </a:r>
        </a:p>
      </dgm:t>
    </dgm:pt>
    <dgm:pt modelId="{AD34A69A-D25A-4EAD-AD15-D424B8CC17F1}" type="parTrans" cxnId="{50777DEC-317F-466C-9F19-68F17D035B44}">
      <dgm:prSet/>
      <dgm:spPr/>
      <dgm:t>
        <a:bodyPr/>
        <a:lstStyle/>
        <a:p>
          <a:endParaRPr lang="en-US"/>
        </a:p>
      </dgm:t>
    </dgm:pt>
    <dgm:pt modelId="{9A5392C2-5178-439B-962D-B27BC4983882}" type="sibTrans" cxnId="{50777DEC-317F-466C-9F19-68F17D035B44}">
      <dgm:prSet/>
      <dgm:spPr/>
      <dgm:t>
        <a:bodyPr/>
        <a:lstStyle/>
        <a:p>
          <a:endParaRPr lang="en-US"/>
        </a:p>
      </dgm:t>
    </dgm:pt>
    <dgm:pt modelId="{6518749D-2068-414C-B8D2-C9514462200E}">
      <dgm:prSet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Streamlines support for price-related queries and issues.</a:t>
          </a:r>
        </a:p>
      </dgm:t>
    </dgm:pt>
    <dgm:pt modelId="{C04504F4-94BE-4353-8201-E1022FE11E6B}" type="parTrans" cxnId="{CD932789-9685-4521-9D0C-AC128B5AF44D}">
      <dgm:prSet/>
      <dgm:spPr/>
      <dgm:t>
        <a:bodyPr/>
        <a:lstStyle/>
        <a:p>
          <a:endParaRPr lang="en-US"/>
        </a:p>
      </dgm:t>
    </dgm:pt>
    <dgm:pt modelId="{CDCDC7A7-2847-4883-AB32-6C9915FC3260}" type="sibTrans" cxnId="{CD932789-9685-4521-9D0C-AC128B5AF44D}">
      <dgm:prSet/>
      <dgm:spPr/>
      <dgm:t>
        <a:bodyPr/>
        <a:lstStyle/>
        <a:p>
          <a:endParaRPr lang="en-US"/>
        </a:p>
      </dgm:t>
    </dgm:pt>
    <dgm:pt modelId="{611A9D08-6EE6-472E-AD98-73C3F4B2DFCD}">
      <dgm:prSet/>
      <dgm:spPr/>
      <dgm:t>
        <a:bodyPr/>
        <a:lstStyle/>
        <a:p>
          <a:pPr>
            <a:defRPr b="1"/>
          </a:pPr>
          <a:r>
            <a:rPr lang="en-US" b="1"/>
            <a:t>Retail and Sales:</a:t>
          </a:r>
          <a:endParaRPr lang="en-US"/>
        </a:p>
      </dgm:t>
    </dgm:pt>
    <dgm:pt modelId="{C8207FB3-E77A-408D-B246-424D840DFAF5}" type="parTrans" cxnId="{66E12A42-67DD-4872-A79B-48810411FD3A}">
      <dgm:prSet/>
      <dgm:spPr/>
      <dgm:t>
        <a:bodyPr/>
        <a:lstStyle/>
        <a:p>
          <a:endParaRPr lang="en-US"/>
        </a:p>
      </dgm:t>
    </dgm:pt>
    <dgm:pt modelId="{DD4C1176-C21F-43F0-827D-641045E5472B}" type="sibTrans" cxnId="{66E12A42-67DD-4872-A79B-48810411FD3A}">
      <dgm:prSet/>
      <dgm:spPr/>
      <dgm:t>
        <a:bodyPr/>
        <a:lstStyle/>
        <a:p>
          <a:endParaRPr lang="en-US"/>
        </a:p>
      </dgm:t>
    </dgm:pt>
    <dgm:pt modelId="{354DC990-462F-4B61-8DB1-E051A10291D9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Facilitates price adjustments and promotions based on user interactions.</a:t>
          </a:r>
        </a:p>
      </dgm:t>
    </dgm:pt>
    <dgm:pt modelId="{AB9B2457-243E-4B8B-ACC9-B6BBDA286D50}" type="parTrans" cxnId="{C288A15F-D4B9-4CBA-B774-9D3E8AA6F3F6}">
      <dgm:prSet/>
      <dgm:spPr/>
      <dgm:t>
        <a:bodyPr/>
        <a:lstStyle/>
        <a:p>
          <a:endParaRPr lang="en-US"/>
        </a:p>
      </dgm:t>
    </dgm:pt>
    <dgm:pt modelId="{B90E4690-0E57-4ECA-A1C8-F1270C51F18E}" type="sibTrans" cxnId="{C288A15F-D4B9-4CBA-B774-9D3E8AA6F3F6}">
      <dgm:prSet/>
      <dgm:spPr/>
      <dgm:t>
        <a:bodyPr/>
        <a:lstStyle/>
        <a:p>
          <a:endParaRPr lang="en-US"/>
        </a:p>
      </dgm:t>
    </dgm:pt>
    <dgm:pt modelId="{0D338632-9066-4FBC-9D7F-01AD0C1114B0}">
      <dgm:prSet custT="1"/>
      <dgm:spPr/>
      <dgm:t>
        <a:bodyPr/>
        <a:lstStyle/>
        <a:p>
          <a:r>
            <a:rPr lang="en-US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Improves sales strategies through data-driven insights.</a:t>
          </a:r>
        </a:p>
      </dgm:t>
    </dgm:pt>
    <dgm:pt modelId="{34EFC13B-B407-420E-BFC9-BCE4CF194876}" type="parTrans" cxnId="{A0BC8D0B-7FB5-4279-A719-5B65499FF04A}">
      <dgm:prSet/>
      <dgm:spPr/>
      <dgm:t>
        <a:bodyPr/>
        <a:lstStyle/>
        <a:p>
          <a:endParaRPr lang="en-US"/>
        </a:p>
      </dgm:t>
    </dgm:pt>
    <dgm:pt modelId="{817E7ADE-B05D-4909-940D-37671DA47F61}" type="sibTrans" cxnId="{A0BC8D0B-7FB5-4279-A719-5B65499FF04A}">
      <dgm:prSet/>
      <dgm:spPr/>
      <dgm:t>
        <a:bodyPr/>
        <a:lstStyle/>
        <a:p>
          <a:endParaRPr lang="en-US"/>
        </a:p>
      </dgm:t>
    </dgm:pt>
    <dgm:pt modelId="{DDCD2977-5019-49F4-A210-F4B749232E2F}" type="pres">
      <dgm:prSet presAssocID="{083968B4-BED7-4D6A-9A75-86D0E776F3BB}" presName="root" presStyleCnt="0">
        <dgm:presLayoutVars>
          <dgm:dir/>
          <dgm:resizeHandles val="exact"/>
        </dgm:presLayoutVars>
      </dgm:prSet>
      <dgm:spPr/>
    </dgm:pt>
    <dgm:pt modelId="{48D7881A-0EA7-479E-A115-A751246FFC55}" type="pres">
      <dgm:prSet presAssocID="{EA12B4EE-22D0-445D-822C-9167E27064E1}" presName="compNode" presStyleCnt="0"/>
      <dgm:spPr/>
    </dgm:pt>
    <dgm:pt modelId="{46AEAE27-8A6E-4CDE-B74D-C6CB8ACD8C7C}" type="pres">
      <dgm:prSet presAssocID="{EA12B4EE-22D0-445D-822C-9167E27064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opping bag"/>
        </a:ext>
      </dgm:extLst>
    </dgm:pt>
    <dgm:pt modelId="{554B57E6-A196-44A6-93D6-0116CDA0A4BF}" type="pres">
      <dgm:prSet presAssocID="{EA12B4EE-22D0-445D-822C-9167E27064E1}" presName="iconSpace" presStyleCnt="0"/>
      <dgm:spPr/>
    </dgm:pt>
    <dgm:pt modelId="{0D6A8A99-5DA3-4D2F-AC21-525F6946C2F1}" type="pres">
      <dgm:prSet presAssocID="{EA12B4EE-22D0-445D-822C-9167E27064E1}" presName="parTx" presStyleLbl="revTx" presStyleIdx="0" presStyleCnt="6">
        <dgm:presLayoutVars>
          <dgm:chMax val="0"/>
          <dgm:chPref val="0"/>
        </dgm:presLayoutVars>
      </dgm:prSet>
      <dgm:spPr/>
    </dgm:pt>
    <dgm:pt modelId="{1D2C244B-86C0-4387-8BE1-106BE9E64376}" type="pres">
      <dgm:prSet presAssocID="{EA12B4EE-22D0-445D-822C-9167E27064E1}" presName="txSpace" presStyleCnt="0"/>
      <dgm:spPr/>
    </dgm:pt>
    <dgm:pt modelId="{3D9EC938-169D-4B95-9E1B-9199D639BFB0}" type="pres">
      <dgm:prSet presAssocID="{EA12B4EE-22D0-445D-822C-9167E27064E1}" presName="desTx" presStyleLbl="revTx" presStyleIdx="1" presStyleCnt="6">
        <dgm:presLayoutVars/>
      </dgm:prSet>
      <dgm:spPr/>
    </dgm:pt>
    <dgm:pt modelId="{59897D82-989E-4846-A32E-0932FD420EBF}" type="pres">
      <dgm:prSet presAssocID="{12B57107-4F67-4E4D-AD80-5187870E68DE}" presName="sibTrans" presStyleCnt="0"/>
      <dgm:spPr/>
    </dgm:pt>
    <dgm:pt modelId="{BBB19560-9DD2-4565-B2B1-02A695A19A4B}" type="pres">
      <dgm:prSet presAssocID="{2689ACD0-F587-4FAE-A208-D01A542062AD}" presName="compNode" presStyleCnt="0"/>
      <dgm:spPr/>
    </dgm:pt>
    <dgm:pt modelId="{E134636F-A68C-4327-BE29-932CEE0E7804}" type="pres">
      <dgm:prSet presAssocID="{2689ACD0-F587-4FAE-A208-D01A542062A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B7FD9714-63A3-4366-9490-108BC5E6DD45}" type="pres">
      <dgm:prSet presAssocID="{2689ACD0-F587-4FAE-A208-D01A542062AD}" presName="iconSpace" presStyleCnt="0"/>
      <dgm:spPr/>
    </dgm:pt>
    <dgm:pt modelId="{816827A2-C4EA-449A-B582-0CBE72B67EB1}" type="pres">
      <dgm:prSet presAssocID="{2689ACD0-F587-4FAE-A208-D01A542062AD}" presName="parTx" presStyleLbl="revTx" presStyleIdx="2" presStyleCnt="6">
        <dgm:presLayoutVars>
          <dgm:chMax val="0"/>
          <dgm:chPref val="0"/>
        </dgm:presLayoutVars>
      </dgm:prSet>
      <dgm:spPr/>
    </dgm:pt>
    <dgm:pt modelId="{A108DCBD-A0D6-47D1-83A0-5BFEBF781894}" type="pres">
      <dgm:prSet presAssocID="{2689ACD0-F587-4FAE-A208-D01A542062AD}" presName="txSpace" presStyleCnt="0"/>
      <dgm:spPr/>
    </dgm:pt>
    <dgm:pt modelId="{3B741E00-5D15-4F88-8F53-3F5802851C78}" type="pres">
      <dgm:prSet presAssocID="{2689ACD0-F587-4FAE-A208-D01A542062AD}" presName="desTx" presStyleLbl="revTx" presStyleIdx="3" presStyleCnt="6">
        <dgm:presLayoutVars/>
      </dgm:prSet>
      <dgm:spPr/>
    </dgm:pt>
    <dgm:pt modelId="{6C7702BA-DE1E-486A-A4E8-0F7DE3B4233F}" type="pres">
      <dgm:prSet presAssocID="{E0BA31AF-533B-4DA9-BE59-8FCF2CC97A8B}" presName="sibTrans" presStyleCnt="0"/>
      <dgm:spPr/>
    </dgm:pt>
    <dgm:pt modelId="{7AFAEF09-2CBC-4266-AF5B-518710A62914}" type="pres">
      <dgm:prSet presAssocID="{611A9D08-6EE6-472E-AD98-73C3F4B2DFCD}" presName="compNode" presStyleCnt="0"/>
      <dgm:spPr/>
    </dgm:pt>
    <dgm:pt modelId="{91E17ED9-E109-4515-B67F-673ADD920B03}" type="pres">
      <dgm:prSet presAssocID="{611A9D08-6EE6-472E-AD98-73C3F4B2DFC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CD4AD453-12B2-4DB9-B384-3B32310206D9}" type="pres">
      <dgm:prSet presAssocID="{611A9D08-6EE6-472E-AD98-73C3F4B2DFCD}" presName="iconSpace" presStyleCnt="0"/>
      <dgm:spPr/>
    </dgm:pt>
    <dgm:pt modelId="{509D87D9-CBFE-4218-92B4-C12BFA43DC81}" type="pres">
      <dgm:prSet presAssocID="{611A9D08-6EE6-472E-AD98-73C3F4B2DFCD}" presName="parTx" presStyleLbl="revTx" presStyleIdx="4" presStyleCnt="6">
        <dgm:presLayoutVars>
          <dgm:chMax val="0"/>
          <dgm:chPref val="0"/>
        </dgm:presLayoutVars>
      </dgm:prSet>
      <dgm:spPr/>
    </dgm:pt>
    <dgm:pt modelId="{3CC3F61A-6B40-4AAE-9630-E7B49471A1E8}" type="pres">
      <dgm:prSet presAssocID="{611A9D08-6EE6-472E-AD98-73C3F4B2DFCD}" presName="txSpace" presStyleCnt="0"/>
      <dgm:spPr/>
    </dgm:pt>
    <dgm:pt modelId="{39C8D801-EE5F-4804-BC92-0036ECE3408C}" type="pres">
      <dgm:prSet presAssocID="{611A9D08-6EE6-472E-AD98-73C3F4B2DFCD}" presName="desTx" presStyleLbl="revTx" presStyleIdx="5" presStyleCnt="6">
        <dgm:presLayoutVars/>
      </dgm:prSet>
      <dgm:spPr/>
    </dgm:pt>
  </dgm:ptLst>
  <dgm:cxnLst>
    <dgm:cxn modelId="{A0BC8D0B-7FB5-4279-A719-5B65499FF04A}" srcId="{611A9D08-6EE6-472E-AD98-73C3F4B2DFCD}" destId="{0D338632-9066-4FBC-9D7F-01AD0C1114B0}" srcOrd="1" destOrd="0" parTransId="{34EFC13B-B407-420E-BFC9-BCE4CF194876}" sibTransId="{817E7ADE-B05D-4909-940D-37671DA47F61}"/>
    <dgm:cxn modelId="{2F0FE00C-0248-4CC7-8623-329D4B475F86}" type="presOf" srcId="{14C10082-21F6-40BD-955F-F723587E156E}" destId="{3D9EC938-169D-4B95-9E1B-9199D639BFB0}" srcOrd="0" destOrd="0" presId="urn:microsoft.com/office/officeart/2018/2/layout/IconLabelDescriptionList"/>
    <dgm:cxn modelId="{AF70BB13-7AA2-4CBB-881D-396B17CD74F9}" type="presOf" srcId="{6518749D-2068-414C-B8D2-C9514462200E}" destId="{3B741E00-5D15-4F88-8F53-3F5802851C78}" srcOrd="0" destOrd="1" presId="urn:microsoft.com/office/officeart/2018/2/layout/IconLabelDescriptionList"/>
    <dgm:cxn modelId="{683DE22A-5036-45DC-BB2B-3B7DBAE34886}" srcId="{083968B4-BED7-4D6A-9A75-86D0E776F3BB}" destId="{EA12B4EE-22D0-445D-822C-9167E27064E1}" srcOrd="0" destOrd="0" parTransId="{42716E4A-892D-4A92-A4FD-3141650AE72D}" sibTransId="{12B57107-4F67-4E4D-AD80-5187870E68DE}"/>
    <dgm:cxn modelId="{26B4AB31-5633-4819-9F61-AB7403DD8325}" type="presOf" srcId="{48B0FA27-C337-4457-BF23-A5C7D23C82A0}" destId="{3B741E00-5D15-4F88-8F53-3F5802851C78}" srcOrd="0" destOrd="0" presId="urn:microsoft.com/office/officeart/2018/2/layout/IconLabelDescriptionList"/>
    <dgm:cxn modelId="{C288A15F-D4B9-4CBA-B774-9D3E8AA6F3F6}" srcId="{611A9D08-6EE6-472E-AD98-73C3F4B2DFCD}" destId="{354DC990-462F-4B61-8DB1-E051A10291D9}" srcOrd="0" destOrd="0" parTransId="{AB9B2457-243E-4B8B-ACC9-B6BBDA286D50}" sibTransId="{B90E4690-0E57-4ECA-A1C8-F1270C51F18E}"/>
    <dgm:cxn modelId="{66E12A42-67DD-4872-A79B-48810411FD3A}" srcId="{083968B4-BED7-4D6A-9A75-86D0E776F3BB}" destId="{611A9D08-6EE6-472E-AD98-73C3F4B2DFCD}" srcOrd="2" destOrd="0" parTransId="{C8207FB3-E77A-408D-B246-424D840DFAF5}" sibTransId="{DD4C1176-C21F-43F0-827D-641045E5472B}"/>
    <dgm:cxn modelId="{35F85744-5CA0-4082-8836-8AFD230FCEBC}" type="presOf" srcId="{83EFEAD9-CE11-499C-8BA7-ADBFF92624A1}" destId="{3D9EC938-169D-4B95-9E1B-9199D639BFB0}" srcOrd="0" destOrd="1" presId="urn:microsoft.com/office/officeart/2018/2/layout/IconLabelDescriptionList"/>
    <dgm:cxn modelId="{5A337748-861A-4C65-9CC9-1BE6D61FD8B1}" type="presOf" srcId="{354DC990-462F-4B61-8DB1-E051A10291D9}" destId="{39C8D801-EE5F-4804-BC92-0036ECE3408C}" srcOrd="0" destOrd="0" presId="urn:microsoft.com/office/officeart/2018/2/layout/IconLabelDescriptionList"/>
    <dgm:cxn modelId="{F3C7216D-2F30-4931-921A-125030880725}" srcId="{EA12B4EE-22D0-445D-822C-9167E27064E1}" destId="{83EFEAD9-CE11-499C-8BA7-ADBFF92624A1}" srcOrd="1" destOrd="0" parTransId="{EFBA667F-9540-4417-A00B-762BD0EDB96E}" sibTransId="{491DA868-2F12-4A0B-99A4-CF84CF82B07A}"/>
    <dgm:cxn modelId="{8BDB076F-EDA8-476B-88BC-F488706A07B3}" type="presOf" srcId="{2689ACD0-F587-4FAE-A208-D01A542062AD}" destId="{816827A2-C4EA-449A-B582-0CBE72B67EB1}" srcOrd="0" destOrd="0" presId="urn:microsoft.com/office/officeart/2018/2/layout/IconLabelDescriptionList"/>
    <dgm:cxn modelId="{CD932789-9685-4521-9D0C-AC128B5AF44D}" srcId="{2689ACD0-F587-4FAE-A208-D01A542062AD}" destId="{6518749D-2068-414C-B8D2-C9514462200E}" srcOrd="1" destOrd="0" parTransId="{C04504F4-94BE-4353-8201-E1022FE11E6B}" sibTransId="{CDCDC7A7-2847-4883-AB32-6C9915FC3260}"/>
    <dgm:cxn modelId="{34432C8B-F67A-4DA9-B758-A1A0205E86AD}" srcId="{083968B4-BED7-4D6A-9A75-86D0E776F3BB}" destId="{2689ACD0-F587-4FAE-A208-D01A542062AD}" srcOrd="1" destOrd="0" parTransId="{36B3200B-173C-4EE6-8698-0FD128AB0407}" sibTransId="{E0BA31AF-533B-4DA9-BE59-8FCF2CC97A8B}"/>
    <dgm:cxn modelId="{DF721599-0247-49B9-BFF1-43AFE984FC6D}" srcId="{EA12B4EE-22D0-445D-822C-9167E27064E1}" destId="{14C10082-21F6-40BD-955F-F723587E156E}" srcOrd="0" destOrd="0" parTransId="{C45A4F9F-2B48-45B8-9320-F74D3294FBEF}" sibTransId="{421815DA-611D-46BF-B885-56DE27FE6EB5}"/>
    <dgm:cxn modelId="{BEBE919B-19BE-4696-B495-E48BE42B57E3}" type="presOf" srcId="{083968B4-BED7-4D6A-9A75-86D0E776F3BB}" destId="{DDCD2977-5019-49F4-A210-F4B749232E2F}" srcOrd="0" destOrd="0" presId="urn:microsoft.com/office/officeart/2018/2/layout/IconLabelDescriptionList"/>
    <dgm:cxn modelId="{8172D59B-F0BB-4211-9A15-60D4EA7FA384}" type="presOf" srcId="{EA12B4EE-22D0-445D-822C-9167E27064E1}" destId="{0D6A8A99-5DA3-4D2F-AC21-525F6946C2F1}" srcOrd="0" destOrd="0" presId="urn:microsoft.com/office/officeart/2018/2/layout/IconLabelDescriptionList"/>
    <dgm:cxn modelId="{3443C4A1-D66A-45EF-8492-3519B795A2B6}" type="presOf" srcId="{611A9D08-6EE6-472E-AD98-73C3F4B2DFCD}" destId="{509D87D9-CBFE-4218-92B4-C12BFA43DC81}" srcOrd="0" destOrd="0" presId="urn:microsoft.com/office/officeart/2018/2/layout/IconLabelDescriptionList"/>
    <dgm:cxn modelId="{50777DEC-317F-466C-9F19-68F17D035B44}" srcId="{2689ACD0-F587-4FAE-A208-D01A542062AD}" destId="{48B0FA27-C337-4457-BF23-A5C7D23C82A0}" srcOrd="0" destOrd="0" parTransId="{AD34A69A-D25A-4EAD-AD15-D424B8CC17F1}" sibTransId="{9A5392C2-5178-439B-962D-B27BC4983882}"/>
    <dgm:cxn modelId="{D022BBF8-96EE-4961-B6EC-1E113C3136DA}" type="presOf" srcId="{0D338632-9066-4FBC-9D7F-01AD0C1114B0}" destId="{39C8D801-EE5F-4804-BC92-0036ECE3408C}" srcOrd="0" destOrd="1" presId="urn:microsoft.com/office/officeart/2018/2/layout/IconLabelDescriptionList"/>
    <dgm:cxn modelId="{71821196-9602-4994-890C-977AE13E381E}" type="presParOf" srcId="{DDCD2977-5019-49F4-A210-F4B749232E2F}" destId="{48D7881A-0EA7-479E-A115-A751246FFC55}" srcOrd="0" destOrd="0" presId="urn:microsoft.com/office/officeart/2018/2/layout/IconLabelDescriptionList"/>
    <dgm:cxn modelId="{D5286195-6ED5-45B6-893F-999CAE083DCD}" type="presParOf" srcId="{48D7881A-0EA7-479E-A115-A751246FFC55}" destId="{46AEAE27-8A6E-4CDE-B74D-C6CB8ACD8C7C}" srcOrd="0" destOrd="0" presId="urn:microsoft.com/office/officeart/2018/2/layout/IconLabelDescriptionList"/>
    <dgm:cxn modelId="{245A2B40-9430-447C-9123-FD08669CDA5E}" type="presParOf" srcId="{48D7881A-0EA7-479E-A115-A751246FFC55}" destId="{554B57E6-A196-44A6-93D6-0116CDA0A4BF}" srcOrd="1" destOrd="0" presId="urn:microsoft.com/office/officeart/2018/2/layout/IconLabelDescriptionList"/>
    <dgm:cxn modelId="{F4FEDE14-F33C-404F-85C3-0B83007480B7}" type="presParOf" srcId="{48D7881A-0EA7-479E-A115-A751246FFC55}" destId="{0D6A8A99-5DA3-4D2F-AC21-525F6946C2F1}" srcOrd="2" destOrd="0" presId="urn:microsoft.com/office/officeart/2018/2/layout/IconLabelDescriptionList"/>
    <dgm:cxn modelId="{02B0AC24-93FD-4C65-852E-761E51FA5EDE}" type="presParOf" srcId="{48D7881A-0EA7-479E-A115-A751246FFC55}" destId="{1D2C244B-86C0-4387-8BE1-106BE9E64376}" srcOrd="3" destOrd="0" presId="urn:microsoft.com/office/officeart/2018/2/layout/IconLabelDescriptionList"/>
    <dgm:cxn modelId="{10C3EB16-39C6-495C-B8C7-1872C45ED5B1}" type="presParOf" srcId="{48D7881A-0EA7-479E-A115-A751246FFC55}" destId="{3D9EC938-169D-4B95-9E1B-9199D639BFB0}" srcOrd="4" destOrd="0" presId="urn:microsoft.com/office/officeart/2018/2/layout/IconLabelDescriptionList"/>
    <dgm:cxn modelId="{9259D252-11A0-4079-8382-DF368AE95853}" type="presParOf" srcId="{DDCD2977-5019-49F4-A210-F4B749232E2F}" destId="{59897D82-989E-4846-A32E-0932FD420EBF}" srcOrd="1" destOrd="0" presId="urn:microsoft.com/office/officeart/2018/2/layout/IconLabelDescriptionList"/>
    <dgm:cxn modelId="{7A7AB038-6516-46AB-BC84-E77C4CD26CEE}" type="presParOf" srcId="{DDCD2977-5019-49F4-A210-F4B749232E2F}" destId="{BBB19560-9DD2-4565-B2B1-02A695A19A4B}" srcOrd="2" destOrd="0" presId="urn:microsoft.com/office/officeart/2018/2/layout/IconLabelDescriptionList"/>
    <dgm:cxn modelId="{E7DF949E-A7C2-44F3-8AB5-8D6422760439}" type="presParOf" srcId="{BBB19560-9DD2-4565-B2B1-02A695A19A4B}" destId="{E134636F-A68C-4327-BE29-932CEE0E7804}" srcOrd="0" destOrd="0" presId="urn:microsoft.com/office/officeart/2018/2/layout/IconLabelDescriptionList"/>
    <dgm:cxn modelId="{66B00C94-B476-4E7B-A97A-80332FB3867D}" type="presParOf" srcId="{BBB19560-9DD2-4565-B2B1-02A695A19A4B}" destId="{B7FD9714-63A3-4366-9490-108BC5E6DD45}" srcOrd="1" destOrd="0" presId="urn:microsoft.com/office/officeart/2018/2/layout/IconLabelDescriptionList"/>
    <dgm:cxn modelId="{85421A28-BCB0-46C9-A810-0FE83E0EF7A4}" type="presParOf" srcId="{BBB19560-9DD2-4565-B2B1-02A695A19A4B}" destId="{816827A2-C4EA-449A-B582-0CBE72B67EB1}" srcOrd="2" destOrd="0" presId="urn:microsoft.com/office/officeart/2018/2/layout/IconLabelDescriptionList"/>
    <dgm:cxn modelId="{2CCAE79D-91FC-4A72-90CD-30CC593C4B4F}" type="presParOf" srcId="{BBB19560-9DD2-4565-B2B1-02A695A19A4B}" destId="{A108DCBD-A0D6-47D1-83A0-5BFEBF781894}" srcOrd="3" destOrd="0" presId="urn:microsoft.com/office/officeart/2018/2/layout/IconLabelDescriptionList"/>
    <dgm:cxn modelId="{B6A9E9E0-E27A-4186-9572-674B491D8E43}" type="presParOf" srcId="{BBB19560-9DD2-4565-B2B1-02A695A19A4B}" destId="{3B741E00-5D15-4F88-8F53-3F5802851C78}" srcOrd="4" destOrd="0" presId="urn:microsoft.com/office/officeart/2018/2/layout/IconLabelDescriptionList"/>
    <dgm:cxn modelId="{5C557A25-C979-445A-8F9D-75945B4E1A33}" type="presParOf" srcId="{DDCD2977-5019-49F4-A210-F4B749232E2F}" destId="{6C7702BA-DE1E-486A-A4E8-0F7DE3B4233F}" srcOrd="3" destOrd="0" presId="urn:microsoft.com/office/officeart/2018/2/layout/IconLabelDescriptionList"/>
    <dgm:cxn modelId="{3FF3649F-11D7-4B24-A4F5-880D5503C2EB}" type="presParOf" srcId="{DDCD2977-5019-49F4-A210-F4B749232E2F}" destId="{7AFAEF09-2CBC-4266-AF5B-518710A62914}" srcOrd="4" destOrd="0" presId="urn:microsoft.com/office/officeart/2018/2/layout/IconLabelDescriptionList"/>
    <dgm:cxn modelId="{9EFC7304-DF1A-45DC-B74E-F594FCAE42A1}" type="presParOf" srcId="{7AFAEF09-2CBC-4266-AF5B-518710A62914}" destId="{91E17ED9-E109-4515-B67F-673ADD920B03}" srcOrd="0" destOrd="0" presId="urn:microsoft.com/office/officeart/2018/2/layout/IconLabelDescriptionList"/>
    <dgm:cxn modelId="{A37902BB-A559-4FA7-987D-AF265315F5A2}" type="presParOf" srcId="{7AFAEF09-2CBC-4266-AF5B-518710A62914}" destId="{CD4AD453-12B2-4DB9-B384-3B32310206D9}" srcOrd="1" destOrd="0" presId="urn:microsoft.com/office/officeart/2018/2/layout/IconLabelDescriptionList"/>
    <dgm:cxn modelId="{25880E62-CEC6-4090-B27F-A8D552049DC3}" type="presParOf" srcId="{7AFAEF09-2CBC-4266-AF5B-518710A62914}" destId="{509D87D9-CBFE-4218-92B4-C12BFA43DC81}" srcOrd="2" destOrd="0" presId="urn:microsoft.com/office/officeart/2018/2/layout/IconLabelDescriptionList"/>
    <dgm:cxn modelId="{BC96629E-3F8E-40E6-9214-826106046FFA}" type="presParOf" srcId="{7AFAEF09-2CBC-4266-AF5B-518710A62914}" destId="{3CC3F61A-6B40-4AAE-9630-E7B49471A1E8}" srcOrd="3" destOrd="0" presId="urn:microsoft.com/office/officeart/2018/2/layout/IconLabelDescriptionList"/>
    <dgm:cxn modelId="{DDFC02EC-FC6C-4455-B2C9-E938E1DF9279}" type="presParOf" srcId="{7AFAEF09-2CBC-4266-AF5B-518710A62914}" destId="{39C8D801-EE5F-4804-BC92-0036ECE3408C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C311D3-D864-47AA-97AC-429A729A8A98}">
      <dsp:nvSpPr>
        <dsp:cNvPr id="0" name=""/>
        <dsp:cNvSpPr/>
      </dsp:nvSpPr>
      <dsp:spPr>
        <a:xfrm>
          <a:off x="979832" y="485761"/>
          <a:ext cx="1049835" cy="104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EACDF-9AE5-4B41-9F44-8151D70551A9}">
      <dsp:nvSpPr>
        <dsp:cNvPr id="0" name=""/>
        <dsp:cNvSpPr/>
      </dsp:nvSpPr>
      <dsp:spPr>
        <a:xfrm>
          <a:off x="4985" y="1656623"/>
          <a:ext cx="2999531" cy="44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Personalized User Recommendations:</a:t>
          </a:r>
          <a:endParaRPr lang="en-US" sz="1600" kern="1200"/>
        </a:p>
      </dsp:txBody>
      <dsp:txXfrm>
        <a:off x="4985" y="1656623"/>
        <a:ext cx="2999531" cy="449929"/>
      </dsp:txXfrm>
    </dsp:sp>
    <dsp:sp modelId="{8249D7F7-92FA-4DD1-81B5-7CCF5B7B7E2A}">
      <dsp:nvSpPr>
        <dsp:cNvPr id="0" name=""/>
        <dsp:cNvSpPr/>
      </dsp:nvSpPr>
      <dsp:spPr>
        <a:xfrm>
          <a:off x="4985" y="2162844"/>
          <a:ext cx="2999531" cy="113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Analyzes user preferences and past interactions.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Suggest tailored products and offers.</a:t>
          </a:r>
        </a:p>
      </dsp:txBody>
      <dsp:txXfrm>
        <a:off x="4985" y="2162844"/>
        <a:ext cx="2999531" cy="1137473"/>
      </dsp:txXfrm>
    </dsp:sp>
    <dsp:sp modelId="{EC7920DD-9BAD-49BF-A91E-920BA975632F}">
      <dsp:nvSpPr>
        <dsp:cNvPr id="0" name=""/>
        <dsp:cNvSpPr/>
      </dsp:nvSpPr>
      <dsp:spPr>
        <a:xfrm>
          <a:off x="4504282" y="485761"/>
          <a:ext cx="1049835" cy="104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5B51F5-54E5-4EA4-AA91-84A366EFD05E}">
      <dsp:nvSpPr>
        <dsp:cNvPr id="0" name=""/>
        <dsp:cNvSpPr/>
      </dsp:nvSpPr>
      <dsp:spPr>
        <a:xfrm>
          <a:off x="3529434" y="1656623"/>
          <a:ext cx="2999531" cy="44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Adaptive Price Negotiation:</a:t>
          </a:r>
          <a:endParaRPr lang="en-US" sz="1600" kern="1200"/>
        </a:p>
      </dsp:txBody>
      <dsp:txXfrm>
        <a:off x="3529434" y="1656623"/>
        <a:ext cx="2999531" cy="449929"/>
      </dsp:txXfrm>
    </dsp:sp>
    <dsp:sp modelId="{835916D4-0A6F-44B2-94D5-7B0B8EE94B24}">
      <dsp:nvSpPr>
        <dsp:cNvPr id="0" name=""/>
        <dsp:cNvSpPr/>
      </dsp:nvSpPr>
      <dsp:spPr>
        <a:xfrm>
          <a:off x="3529434" y="2162844"/>
          <a:ext cx="2999531" cy="11374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Adjusts negotiation strategies based on user responses and market conditions.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Uses data-driven insights to optimize pricing tactics.</a:t>
          </a:r>
        </a:p>
      </dsp:txBody>
      <dsp:txXfrm>
        <a:off x="3529434" y="2162844"/>
        <a:ext cx="2999531" cy="1137473"/>
      </dsp:txXfrm>
    </dsp:sp>
    <dsp:sp modelId="{CF5A84E4-64B9-4440-9003-B8E6B6FE1471}">
      <dsp:nvSpPr>
        <dsp:cNvPr id="0" name=""/>
        <dsp:cNvSpPr/>
      </dsp:nvSpPr>
      <dsp:spPr>
        <a:xfrm>
          <a:off x="8028731" y="415204"/>
          <a:ext cx="1049835" cy="104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A86F32-0D0F-4720-8553-5D78515BBE27}">
      <dsp:nvSpPr>
        <dsp:cNvPr id="0" name=""/>
        <dsp:cNvSpPr/>
      </dsp:nvSpPr>
      <dsp:spPr>
        <a:xfrm>
          <a:off x="7053883" y="1586066"/>
          <a:ext cx="2999531" cy="44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b="1" kern="1200"/>
            <a:t>Dynamic Interaction:</a:t>
          </a:r>
          <a:endParaRPr lang="en-US" sz="1600" kern="1200"/>
        </a:p>
      </dsp:txBody>
      <dsp:txXfrm>
        <a:off x="7053883" y="1586066"/>
        <a:ext cx="2999531" cy="449929"/>
      </dsp:txXfrm>
    </dsp:sp>
    <dsp:sp modelId="{261FEBB5-E5F3-4DCC-A9D6-09D570641E22}">
      <dsp:nvSpPr>
        <dsp:cNvPr id="0" name=""/>
        <dsp:cNvSpPr/>
      </dsp:nvSpPr>
      <dsp:spPr>
        <a:xfrm>
          <a:off x="7053883" y="1951172"/>
          <a:ext cx="2999531" cy="14197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Engages users with contextually relevant dialogue.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Adapts responses based on real-time data and user input.</a:t>
          </a:r>
        </a:p>
      </dsp:txBody>
      <dsp:txXfrm>
        <a:off x="7053883" y="1951172"/>
        <a:ext cx="2999531" cy="14197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AEAE27-8A6E-4CDE-B74D-C6CB8ACD8C7C}">
      <dsp:nvSpPr>
        <dsp:cNvPr id="0" name=""/>
        <dsp:cNvSpPr/>
      </dsp:nvSpPr>
      <dsp:spPr>
        <a:xfrm>
          <a:off x="4985" y="335251"/>
          <a:ext cx="1049835" cy="104983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6A8A99-5DA3-4D2F-AC21-525F6946C2F1}">
      <dsp:nvSpPr>
        <dsp:cNvPr id="0" name=""/>
        <dsp:cNvSpPr/>
      </dsp:nvSpPr>
      <dsp:spPr>
        <a:xfrm>
          <a:off x="4985" y="1519057"/>
          <a:ext cx="2999531" cy="44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/>
            <a:t>E-commerce Platforms:</a:t>
          </a:r>
          <a:endParaRPr lang="en-US" sz="2400" kern="1200" dirty="0"/>
        </a:p>
      </dsp:txBody>
      <dsp:txXfrm>
        <a:off x="4985" y="1519057"/>
        <a:ext cx="2999531" cy="449929"/>
      </dsp:txXfrm>
    </dsp:sp>
    <dsp:sp modelId="{3D9EC938-169D-4B95-9E1B-9199D639BFB0}">
      <dsp:nvSpPr>
        <dsp:cNvPr id="0" name=""/>
        <dsp:cNvSpPr/>
      </dsp:nvSpPr>
      <dsp:spPr>
        <a:xfrm>
          <a:off x="4985" y="2031298"/>
          <a:ext cx="2999531" cy="1419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Assists users in negotiating prices for products.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Provides personalized recommendations based on user behavior.</a:t>
          </a:r>
        </a:p>
      </dsp:txBody>
      <dsp:txXfrm>
        <a:off x="4985" y="2031298"/>
        <a:ext cx="2999531" cy="1419529"/>
      </dsp:txXfrm>
    </dsp:sp>
    <dsp:sp modelId="{E134636F-A68C-4327-BE29-932CEE0E7804}">
      <dsp:nvSpPr>
        <dsp:cNvPr id="0" name=""/>
        <dsp:cNvSpPr/>
      </dsp:nvSpPr>
      <dsp:spPr>
        <a:xfrm>
          <a:off x="3529434" y="335251"/>
          <a:ext cx="1049835" cy="104983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827A2-C4EA-449A-B582-0CBE72B67EB1}">
      <dsp:nvSpPr>
        <dsp:cNvPr id="0" name=""/>
        <dsp:cNvSpPr/>
      </dsp:nvSpPr>
      <dsp:spPr>
        <a:xfrm>
          <a:off x="3529434" y="1519057"/>
          <a:ext cx="2999531" cy="44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Customer Service:</a:t>
          </a:r>
          <a:endParaRPr lang="en-US" sz="2400" kern="1200"/>
        </a:p>
      </dsp:txBody>
      <dsp:txXfrm>
        <a:off x="3529434" y="1519057"/>
        <a:ext cx="2999531" cy="449929"/>
      </dsp:txXfrm>
    </dsp:sp>
    <dsp:sp modelId="{3B741E00-5D15-4F88-8F53-3F5802851C78}">
      <dsp:nvSpPr>
        <dsp:cNvPr id="0" name=""/>
        <dsp:cNvSpPr/>
      </dsp:nvSpPr>
      <dsp:spPr>
        <a:xfrm>
          <a:off x="3529434" y="2031298"/>
          <a:ext cx="2999531" cy="1419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Enhances customer engagement through adaptive negotiation techniques.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Streamlines support for price-related queries and issues.</a:t>
          </a:r>
        </a:p>
      </dsp:txBody>
      <dsp:txXfrm>
        <a:off x="3529434" y="2031298"/>
        <a:ext cx="2999531" cy="1419529"/>
      </dsp:txXfrm>
    </dsp:sp>
    <dsp:sp modelId="{91E17ED9-E109-4515-B67F-673ADD920B03}">
      <dsp:nvSpPr>
        <dsp:cNvPr id="0" name=""/>
        <dsp:cNvSpPr/>
      </dsp:nvSpPr>
      <dsp:spPr>
        <a:xfrm>
          <a:off x="7053883" y="335251"/>
          <a:ext cx="1049835" cy="104983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9D87D9-CBFE-4218-92B4-C12BFA43DC81}">
      <dsp:nvSpPr>
        <dsp:cNvPr id="0" name=""/>
        <dsp:cNvSpPr/>
      </dsp:nvSpPr>
      <dsp:spPr>
        <a:xfrm>
          <a:off x="7053883" y="1519057"/>
          <a:ext cx="2999531" cy="4499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/>
            <a:t>Retail and Sales:</a:t>
          </a:r>
          <a:endParaRPr lang="en-US" sz="2400" kern="1200"/>
        </a:p>
      </dsp:txBody>
      <dsp:txXfrm>
        <a:off x="7053883" y="1519057"/>
        <a:ext cx="2999531" cy="449929"/>
      </dsp:txXfrm>
    </dsp:sp>
    <dsp:sp modelId="{39C8D801-EE5F-4804-BC92-0036ECE3408C}">
      <dsp:nvSpPr>
        <dsp:cNvPr id="0" name=""/>
        <dsp:cNvSpPr/>
      </dsp:nvSpPr>
      <dsp:spPr>
        <a:xfrm>
          <a:off x="7053883" y="2031298"/>
          <a:ext cx="2999531" cy="14195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Facilitates price adjustments and promotions based on user interactions.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Improves sales strategies through data-driven insights.</a:t>
          </a:r>
        </a:p>
      </dsp:txBody>
      <dsp:txXfrm>
        <a:off x="7053883" y="2031298"/>
        <a:ext cx="2999531" cy="1419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1869F-F6FC-6A0D-CE07-6B540E550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6B6C1-6185-79F5-23C8-927538634E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E86C-C6B4-424D-8295-67D3386172F0}" type="datetimeFigureOut">
              <a:rPr lang="en-US" smtClean="0"/>
              <a:t>8/15/2024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5153B-EAEA-CF1E-30D7-16C2E645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2AFB7-47EE-893B-5887-BDC37DCA5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4707-CAF6-40B0-A7EA-C5F3C63CB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1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8D07-B188-44E4-ABBB-6994C1A52936}" type="datetimeFigureOut">
              <a:rPr lang="en-US" smtClean="0"/>
              <a:t>8/15/2024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455A-0D23-4EAB-9AF9-2CC2B3066B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654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7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48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56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960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2679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099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393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5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6367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878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23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848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16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64DCA-A9BF-A892-3059-84E13570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7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630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77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8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59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08201"/>
            <a:ext cx="10058399" cy="3760891"/>
          </a:xfrm>
        </p:spPr>
        <p:txBody>
          <a:bodyPr lIns="91440">
            <a:normAutofit/>
          </a:bodyPr>
          <a:lstStyle>
            <a:lvl1pPr marL="347472" indent="-347472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3000"/>
            </a:lvl1pPr>
            <a:lvl2pPr>
              <a:spcBef>
                <a:spcPts val="1200"/>
              </a:spcBef>
              <a:spcAft>
                <a:spcPts val="200"/>
              </a:spcAft>
              <a:defRPr sz="3000"/>
            </a:lvl2pPr>
            <a:lvl3pPr>
              <a:spcBef>
                <a:spcPts val="1200"/>
              </a:spcBef>
              <a:spcAft>
                <a:spcPts val="200"/>
              </a:spcAft>
              <a:defRPr sz="3000"/>
            </a:lvl3pPr>
            <a:lvl4pPr>
              <a:spcBef>
                <a:spcPts val="1200"/>
              </a:spcBef>
              <a:spcAft>
                <a:spcPts val="200"/>
              </a:spcAft>
              <a:defRPr sz="3000"/>
            </a:lvl4pPr>
            <a:lvl5pPr>
              <a:spcBef>
                <a:spcPts val="1200"/>
              </a:spcBef>
              <a:spcAft>
                <a:spcPts val="200"/>
              </a:spcAft>
              <a:defRPr sz="3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1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DBCCDB-B58C-45B3-9E63-49F7B0819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0" y="4334005"/>
            <a:ext cx="12192000" cy="252399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244128-E256-C1DC-AC6D-2BF10AC410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5212" y="4609578"/>
            <a:ext cx="10058400" cy="1295922"/>
          </a:xfrm>
        </p:spPr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72A6B42-C371-4562-8E40-9EE1906C857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65212" y="5943600"/>
            <a:ext cx="10058400" cy="914400"/>
          </a:xfrm>
        </p:spPr>
        <p:txBody>
          <a:bodyPr lIns="9144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sz="1500" dirty="0">
                <a:solidFill>
                  <a:schemeClr val="bg1"/>
                </a:solidFill>
              </a:rPr>
              <a:t>Click to add subtitle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68504FFB-1664-4F66-BC31-100C8DD983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1B45578D-1855-4EC0-9E45-E1630D11ACA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43400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93482C2-6151-4050-9F16-9952B0A017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28432" y="640080"/>
            <a:ext cx="3544888" cy="3355723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982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82849"/>
            <a:ext cx="10058399" cy="3956692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8404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>
              <a:spcBef>
                <a:spcPts val="1200"/>
              </a:spcBef>
              <a:spcAft>
                <a:spcPts val="200"/>
              </a:spcAft>
              <a:defRPr sz="2400"/>
            </a:lvl3pPr>
            <a:lvl4pPr>
              <a:spcBef>
                <a:spcPts val="1200"/>
              </a:spcBef>
              <a:spcAft>
                <a:spcPts val="200"/>
              </a:spcAft>
              <a:defRPr sz="2400"/>
            </a:lvl4pPr>
            <a:lvl5pPr>
              <a:spcBef>
                <a:spcPts val="1200"/>
              </a:spcBef>
              <a:spcAft>
                <a:spcPts val="200"/>
              </a:spcAft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53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1" y="2183367"/>
            <a:ext cx="4998720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Content Placeholder 11">
            <a:extLst>
              <a:ext uri="{FF2B5EF4-FFF2-40B4-BE49-F238E27FC236}">
                <a16:creationId xmlns:a16="http://schemas.microsoft.com/office/drawing/2014/main" id="{BEAF6B01-7E55-3A14-DE85-588680B0910B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503438" y="2183367"/>
            <a:ext cx="4672294" cy="3914850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47472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51363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79" y="286603"/>
            <a:ext cx="9966960" cy="1450757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94560"/>
            <a:ext cx="6024003" cy="3754425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 marL="347472" indent="-347472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 marL="56692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3pPr>
            <a:lvl4pPr marL="74980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4pPr>
            <a:lvl5pPr marL="93268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7406640" y="2194560"/>
            <a:ext cx="4067175" cy="3754425"/>
          </a:xfrm>
          <a:solidFill>
            <a:schemeClr val="tx1">
              <a:lumMod val="85000"/>
              <a:lumOff val="15000"/>
            </a:schemeClr>
          </a:solidFill>
        </p:spPr>
        <p:txBody>
          <a:bodyPr lIns="274320" tIns="274320" rIns="274320" bIns="274320">
            <a:normAutofit/>
          </a:bodyPr>
          <a:lstStyle>
            <a:lvl1pPr marL="512064" indent="-512064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65836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2pPr>
            <a:lvl3pPr marL="84124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3pPr>
            <a:lvl4pPr marL="102412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4pPr>
            <a:lvl5pPr marL="1207008" indent="-457200">
              <a:buClr>
                <a:schemeClr val="accent2"/>
              </a:buClr>
              <a:buFont typeface="+mj-lt"/>
              <a:buAutoNum type="arabicPeriod"/>
              <a:defRPr sz="20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1493E3-605E-569A-BC16-ACFDDE98E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097280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3032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and Content and 2 Columns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45F368C9-4803-45FD-A0BA-26B5679AF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1676" y="286603"/>
            <a:ext cx="6024004" cy="178852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487FB7-F6EE-0454-5FB0-228B2EBCB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30366" y="2166571"/>
            <a:ext cx="6030126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7E27ABCA-7CD7-B1C6-D787-E3B8959F7FE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39763" y="287338"/>
            <a:ext cx="4067175" cy="2801123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Content Placeholder 20">
            <a:extLst>
              <a:ext uri="{FF2B5EF4-FFF2-40B4-BE49-F238E27FC236}">
                <a16:creationId xmlns:a16="http://schemas.microsoft.com/office/drawing/2014/main" id="{244AF500-76F9-CD01-586B-E1B35B735F88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9763" y="3416796"/>
            <a:ext cx="4067175" cy="2801124"/>
          </a:xfrm>
          <a:solidFill>
            <a:schemeClr val="accent6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0EEE198-C7B9-2C56-05AC-997ADD4EE02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31676" y="2258012"/>
            <a:ext cx="6024003" cy="3959908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None/>
              <a:defRPr sz="2400"/>
            </a:lvl1pPr>
            <a:lvl2pPr>
              <a:spcBef>
                <a:spcPts val="1200"/>
              </a:spcBef>
              <a:spcAft>
                <a:spcPts val="200"/>
              </a:spcAft>
              <a:defRPr sz="2000"/>
            </a:lvl2pPr>
            <a:lvl3pPr>
              <a:spcBef>
                <a:spcPts val="1200"/>
              </a:spcBef>
              <a:spcAft>
                <a:spcPts val="200"/>
              </a:spcAft>
              <a:defRPr sz="1600"/>
            </a:lvl3pPr>
            <a:lvl4pPr>
              <a:spcBef>
                <a:spcPts val="1200"/>
              </a:spcBef>
              <a:spcAft>
                <a:spcPts val="200"/>
              </a:spcAft>
              <a:defRPr sz="1600"/>
            </a:lvl4pPr>
            <a:lvl5pPr>
              <a:spcBef>
                <a:spcPts val="1200"/>
              </a:spcBef>
              <a:spcAft>
                <a:spcPts val="200"/>
              </a:spcAft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2F1891-1ACC-4692-80A2-4F69EAAAE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250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9675" y="2286000"/>
            <a:ext cx="2391941" cy="324856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840163" y="2286000"/>
            <a:ext cx="7315200" cy="3248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79876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09674" y="286603"/>
            <a:ext cx="9946006" cy="1450757"/>
          </a:xfrm>
        </p:spPr>
        <p:txBody>
          <a:bodyPr lIns="0"/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7AA6B9BC-99C6-B9CE-63BB-C79284371A4A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09357" y="2313432"/>
            <a:ext cx="9946006" cy="36708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1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9485" y="640080"/>
            <a:ext cx="3690257" cy="2450676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3255512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59485" y="3429000"/>
            <a:ext cx="3690257" cy="2440094"/>
          </a:xfrm>
        </p:spPr>
        <p:txBody>
          <a:bodyPr lIns="9144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5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7" r:id="rId12"/>
    <p:sldLayoutId id="2147483779" r:id="rId13"/>
    <p:sldLayoutId id="2147483780" r:id="rId14"/>
    <p:sldLayoutId id="2147483782" r:id="rId15"/>
    <p:sldLayoutId id="2147483783" r:id="rId16"/>
    <p:sldLayoutId id="2147483784" r:id="rId17"/>
    <p:sldLayoutId id="2147483785" r:id="rId18"/>
    <p:sldLayoutId id="2147483787" r:id="rId19"/>
    <p:sldLayoutId id="2147483788" r:id="rId2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48B4202-DCD5-4F8C-B481-743A989A9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E702CF-91CE-4661-ACBF-3C8160D1B4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25EE49-D1D1-AC61-F6C4-AA6B07CA6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7" y="4337840"/>
            <a:ext cx="10445793" cy="119311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6600" dirty="0">
                <a:solidFill>
                  <a:schemeClr val="tx1"/>
                </a:solidFill>
                <a:latin typeface="Aldhabi" panose="01000000000000000000" pitchFamily="2" charset="-78"/>
                <a:cs typeface="Aldhabi" panose="01000000000000000000" pitchFamily="2" charset="-78"/>
              </a:rPr>
              <a:t>PRICE NEGOTIATION CHATBOT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733048-22A9-D939-B26C-9E8EDF36E4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65412" y="5667855"/>
            <a:ext cx="10445793" cy="80545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sz="2000" cap="all" spc="200" dirty="0">
                <a:solidFill>
                  <a:schemeClr val="tx1"/>
                </a:solidFill>
              </a:rPr>
              <a:t>AHSAN  Batool    </a:t>
            </a:r>
            <a:r>
              <a:rPr lang="en-US" sz="2000" cap="all" spc="200" dirty="0" err="1">
                <a:solidFill>
                  <a:schemeClr val="tx1"/>
                </a:solidFill>
              </a:rPr>
              <a:t>deborah</a:t>
            </a:r>
            <a:endParaRPr lang="en-US" sz="2000" cap="all" spc="200" dirty="0">
              <a:solidFill>
                <a:schemeClr val="tx1"/>
              </a:solidFill>
            </a:endParaRPr>
          </a:p>
          <a:p>
            <a:pPr>
              <a:lnSpc>
                <a:spcPct val="110000"/>
              </a:lnSpc>
            </a:pPr>
            <a:r>
              <a:rPr lang="en-US" sz="2000" cap="all" spc="200" dirty="0">
                <a:solidFill>
                  <a:schemeClr val="tx1"/>
                </a:solidFill>
              </a:rPr>
              <a:t>JUSTIN  </a:t>
            </a:r>
            <a:r>
              <a:rPr lang="en-US" sz="2000" cap="all" spc="200" dirty="0" err="1">
                <a:solidFill>
                  <a:schemeClr val="tx1"/>
                </a:solidFill>
              </a:rPr>
              <a:t>nAVROJ</a:t>
            </a:r>
            <a:endParaRPr lang="en-US" sz="2000" cap="all" spc="200" dirty="0">
              <a:solidFill>
                <a:schemeClr val="tx1"/>
              </a:solidFill>
            </a:endParaRPr>
          </a:p>
        </p:txBody>
      </p:sp>
      <p:pic>
        <p:nvPicPr>
          <p:cNvPr id="9" name="Picture Placeholder 11" descr="A group of people meeting in a room and writing">
            <a:extLst>
              <a:ext uri="{FF2B5EF4-FFF2-40B4-BE49-F238E27FC236}">
                <a16:creationId xmlns:a16="http://schemas.microsoft.com/office/drawing/2014/main" id="{140AE90F-CD65-3895-59E8-B7606863E8F6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" b="87"/>
          <a:stretch/>
        </p:blipFill>
        <p:spPr>
          <a:xfrm>
            <a:off x="1097279" y="962842"/>
            <a:ext cx="3131213" cy="2961660"/>
          </a:xfrm>
          <a:prstGeom prst="rect">
            <a:avLst/>
          </a:prstGeom>
        </p:spPr>
      </p:pic>
      <p:pic>
        <p:nvPicPr>
          <p:cNvPr id="8" name="Picture Placeholder 9" descr="Handshake">
            <a:extLst>
              <a:ext uri="{FF2B5EF4-FFF2-40B4-BE49-F238E27FC236}">
                <a16:creationId xmlns:a16="http://schemas.microsoft.com/office/drawing/2014/main" id="{42986763-B4C8-5057-6222-0EC4939E710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4546270" y="972690"/>
            <a:ext cx="3107374" cy="2944414"/>
          </a:xfrm>
          <a:prstGeom prst="rect">
            <a:avLst/>
          </a:prstGeom>
        </p:spPr>
      </p:pic>
      <p:pic>
        <p:nvPicPr>
          <p:cNvPr id="7" name="Picture Placeholder 7" descr="Business man sitting at a desk">
            <a:extLst>
              <a:ext uri="{FF2B5EF4-FFF2-40B4-BE49-F238E27FC236}">
                <a16:creationId xmlns:a16="http://schemas.microsoft.com/office/drawing/2014/main" id="{44F51528-7C6C-676D-62ED-40AB97D9C5F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" r="3"/>
          <a:stretch/>
        </p:blipFill>
        <p:spPr>
          <a:xfrm>
            <a:off x="7971423" y="972690"/>
            <a:ext cx="3107374" cy="2944414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7F57F6B-E621-4E40-A34D-2FE12902A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5412" y="5603464"/>
            <a:ext cx="1007127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C22DE4C3-F301-467F-AA92-57A8FB152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8956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E44E67-57A4-9825-9E94-C2B258A68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Agenda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F21C3D74-CBD0-AEEC-7CF1-ED875B10D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2546224"/>
            <a:ext cx="5977938" cy="3342747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OVERVIEW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FEATURES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IMPLEMENTATION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USE CASES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CHALLENGES AND SOLUTION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FFFFFF"/>
                </a:solidFill>
              </a:rPr>
              <a:t>CONCLUSION</a:t>
            </a:r>
          </a:p>
        </p:txBody>
      </p:sp>
      <p:pic>
        <p:nvPicPr>
          <p:cNvPr id="5" name="Picture 4" descr="Rear-view of rows of people watching a film in a theater">
            <a:extLst>
              <a:ext uri="{FF2B5EF4-FFF2-40B4-BE49-F238E27FC236}">
                <a16:creationId xmlns:a16="http://schemas.microsoft.com/office/drawing/2014/main" id="{A4331D2E-57D1-0226-98D7-51BEF29FE7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58" r="30263" b="-1"/>
          <a:stretch/>
        </p:blipFill>
        <p:spPr>
          <a:xfrm>
            <a:off x="7611902" y="10"/>
            <a:ext cx="458009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63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A06819-AA5B-295D-8572-4858952D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8AC572-FDB3-3163-9D6A-63081C569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52" r="21464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A9C64013-53F9-40AD-4B37-64267EB4D4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6784" y="2546224"/>
            <a:ext cx="5977938" cy="395372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Purpose: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facilitate seamless and effective price negotiations through an intelligent chatbot.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Aims to enhance user experience by providing personalized recommendations and adaptive negotiation strategies.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Engages users in dynamic pricing discussions.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Utilizes historical data and user input to tailor negotiation tactics.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667318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9AD8A-1DD0-5798-279E-723AFBF2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ARCHITECTURE</a:t>
            </a:r>
          </a:p>
        </p:txBody>
      </p:sp>
      <p:pic>
        <p:nvPicPr>
          <p:cNvPr id="6" name="Picture 5" descr="Cubes connected with a red line">
            <a:extLst>
              <a:ext uri="{FF2B5EF4-FFF2-40B4-BE49-F238E27FC236}">
                <a16:creationId xmlns:a16="http://schemas.microsoft.com/office/drawing/2014/main" id="{64D6E973-F3D0-8940-C868-804211B5A2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03" r="18573" b="-1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E50FB-473C-3BEA-8431-B03765A89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6783" y="2546224"/>
            <a:ext cx="6660247" cy="3854576"/>
          </a:xfrm>
        </p:spPr>
        <p:txBody>
          <a:bodyPr vert="horz" lIns="0" tIns="45720" rIns="0" bIns="45720" rtlCol="0">
            <a:normAutofit/>
          </a:bodyPr>
          <a:lstStyle/>
          <a:p>
            <a:pPr>
              <a:buFont typeface="Calibri" panose="020F050202020403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Models: OpenAI Integration: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Powers natural language understanding and generation.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Handles conversation flow and user queries.</a:t>
            </a:r>
          </a:p>
          <a:p>
            <a:pPr>
              <a:buFont typeface="Calibri" panose="020F0502020204030204" pitchFamily="34" charset="0"/>
              <a:buChar char="•"/>
            </a:pPr>
            <a:r>
              <a:rPr lang="en-US" sz="2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(RAG):</a:t>
            </a:r>
            <a:endParaRPr lang="en-US" sz="20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Combines pre-trained language models with a retrieval system.</a:t>
            </a:r>
          </a:p>
          <a:p>
            <a:pPr marL="742950" lvl="1" indent="-285750">
              <a:buFont typeface="Calibri" panose="020F050202020403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Enhances responses with relevant information from the database</a:t>
            </a:r>
          </a:p>
          <a:p>
            <a:pPr>
              <a:buFont typeface="Calibri" panose="020F0502020204030204" pitchFamily="34" charset="0"/>
            </a:pPr>
            <a:endParaRPr 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213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E9AD8A-1DD0-5798-279E-723AFBF2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ARCHITECTURE</a:t>
            </a:r>
          </a:p>
        </p:txBody>
      </p:sp>
      <p:pic>
        <p:nvPicPr>
          <p:cNvPr id="6" name="Picture 5" descr="Cubes connected with a red line">
            <a:extLst>
              <a:ext uri="{FF2B5EF4-FFF2-40B4-BE49-F238E27FC236}">
                <a16:creationId xmlns:a16="http://schemas.microsoft.com/office/drawing/2014/main" id="{64D6E973-F3D0-8940-C868-804211B5A2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003" r="18573" b="-1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8F8205C-D3D2-1C29-897A-548207A994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6513" y="2596139"/>
            <a:ext cx="6814754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Integration: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 Database: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historical negotiation data, user profiles, and product information.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data retrieval for personalized interactions.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Langraph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Visualizes and integrates data flow and architecture components.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cohesive system design and functionality.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66036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91CDF-C16E-D9FB-0490-6752F3BA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FEATURES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9" name="Content Placeholder 5">
            <a:extLst>
              <a:ext uri="{FF2B5EF4-FFF2-40B4-BE49-F238E27FC236}">
                <a16:creationId xmlns:a16="http://schemas.microsoft.com/office/drawing/2014/main" id="{2F3A2B6A-CA9C-928C-E45F-A7E1990BCA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071205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1670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5416DB-BC4C-330B-1179-90F5684F6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6783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IMPLEMENTATION</a:t>
            </a:r>
          </a:p>
        </p:txBody>
      </p:sp>
      <p:pic>
        <p:nvPicPr>
          <p:cNvPr id="30" name="Picture 29" descr="Blue blocks and networks technology background">
            <a:extLst>
              <a:ext uri="{FF2B5EF4-FFF2-40B4-BE49-F238E27FC236}">
                <a16:creationId xmlns:a16="http://schemas.microsoft.com/office/drawing/2014/main" id="{911C63E4-48FF-88DC-48E8-2CAB17C61F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362" r="46071"/>
          <a:stretch/>
        </p:blipFill>
        <p:spPr>
          <a:xfrm>
            <a:off x="20" y="10"/>
            <a:ext cx="4580077" cy="6857990"/>
          </a:xfrm>
          <a:prstGeom prst="rect">
            <a:avLst/>
          </a:prstGeom>
        </p:spPr>
      </p:pic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00864" y="2353592"/>
            <a:ext cx="566928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">
            <a:extLst>
              <a:ext uri="{FF2B5EF4-FFF2-40B4-BE49-F238E27FC236}">
                <a16:creationId xmlns:a16="http://schemas.microsoft.com/office/drawing/2014/main" id="{1A716B80-BB73-1E99-B60E-C98988008E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16784" y="2546224"/>
            <a:ext cx="6649230" cy="414052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OpenAI: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natural language processing and conversation management.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data storage and retrieval.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integrating external knowledge into chatbot responses.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Langraph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system design and architecture visualization.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Platforms: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Amazon Web Services (AWS) Elastic Compute Cloud (EC2):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deploying and hosting the chatbot application.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scripting and integrating different components.</a:t>
            </a:r>
          </a:p>
          <a:p>
            <a:pPr marL="0" marR="0" lvl="0" indent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008682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F6F1E82-F603-49E4-9641-09EEA984A3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F1126C3-E8A2-3CD0-697D-746CFC432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dirty="0"/>
              <a:t>USE CASES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1CFD00-FC30-4AFB-A61F-3127B2C90F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D1595AB-90F6-488F-B5E3-F8CFCC8F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B59E49A7-7F12-2913-1438-D88D943D2C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3321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699193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E844E128-FF69-4E9F-8327-6B504B3C5A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0"/>
            <a:ext cx="12191985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526D7E-EC6D-4B21-BCCC-32A29B9B2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516835"/>
            <a:ext cx="5977937" cy="16665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CHALLENGES AND SOLUTIONS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55CEADF-09EA-423C-8C45-F94AF44D5A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5896" y="2353592"/>
            <a:ext cx="530352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63E1EB1-A67F-F8E0-C2AF-45E6D55242B3}"/>
              </a:ext>
            </a:extLst>
          </p:cNvPr>
          <p:cNvSpPr>
            <a:spLocks/>
          </p:cNvSpPr>
          <p:nvPr/>
        </p:nvSpPr>
        <p:spPr>
          <a:xfrm>
            <a:off x="1097279" y="2546224"/>
            <a:ext cx="2835743" cy="334274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rgbClr val="FFFFFF"/>
                </a:solidFill>
              </a:rPr>
              <a:t>Challenge 1: Integrating OpenAI with </a:t>
            </a:r>
            <a:r>
              <a:rPr lang="en-US" b="1" dirty="0" err="1">
                <a:solidFill>
                  <a:srgbClr val="FFFFFF"/>
                </a:solidFill>
              </a:rPr>
              <a:t>MySQLSolution</a:t>
            </a:r>
            <a:r>
              <a:rPr lang="en-US" b="1" dirty="0">
                <a:solidFill>
                  <a:srgbClr val="FFFFFF"/>
                </a:solidFill>
              </a:rPr>
              <a:t>:</a:t>
            </a:r>
            <a:endParaRPr lang="en-US" dirty="0">
              <a:solidFill>
                <a:srgbClr val="FFFFFF"/>
              </a:solidFill>
            </a:endParaRPr>
          </a:p>
          <a:p>
            <a:pPr marL="668655" lvl="1" indent="-257175"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Utilized RAG to bridge the gap between language models and database information.</a:t>
            </a:r>
          </a:p>
          <a:p>
            <a:pPr marL="668655" lvl="1" indent="-257175">
              <a:spcAft>
                <a:spcPts val="600"/>
              </a:spcAft>
              <a:buFont typeface="Calibri" panose="020F0502020204030204" pitchFamily="34" charset="0"/>
              <a:buChar char="•"/>
            </a:pPr>
            <a:r>
              <a:rPr lang="en-US" dirty="0">
                <a:solidFill>
                  <a:srgbClr val="FFFFFF"/>
                </a:solidFill>
              </a:rPr>
              <a:t>Ensured smooth data retrieval and response generation</a:t>
            </a:r>
          </a:p>
          <a:p>
            <a:pPr>
              <a:spcAft>
                <a:spcPts val="600"/>
              </a:spcAft>
              <a:buFont typeface="Calibri" panose="020F0502020204030204" pitchFamily="34" charset="0"/>
            </a:pPr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46" name="Picture 45" descr="An abstract design with lines and financial symbols">
            <a:extLst>
              <a:ext uri="{FF2B5EF4-FFF2-40B4-BE49-F238E27FC236}">
                <a16:creationId xmlns:a16="http://schemas.microsoft.com/office/drawing/2014/main" id="{6ED8FD2E-41ED-DB7E-FA7D-EA38E8270C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48" r="28240"/>
          <a:stretch/>
        </p:blipFill>
        <p:spPr>
          <a:xfrm>
            <a:off x="7611902" y="10"/>
            <a:ext cx="4580097" cy="685799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1F9D9D5-B549-3F5E-95A9-F68A7A1995B9}"/>
              </a:ext>
            </a:extLst>
          </p:cNvPr>
          <p:cNvSpPr txBox="1"/>
          <p:nvPr/>
        </p:nvSpPr>
        <p:spPr>
          <a:xfrm>
            <a:off x="4250246" y="2498060"/>
            <a:ext cx="3044431" cy="25933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229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Challenge 2: Personalization </a:t>
            </a:r>
            <a:r>
              <a:rPr lang="en-US" sz="162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AccuracySolution</a:t>
            </a:r>
            <a:r>
              <a:rPr lang="en-US" sz="162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</a:t>
            </a:r>
            <a:endParaRPr lang="en-US" sz="162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68655" lvl="1" indent="-257175" defTabSz="8229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Implemented advanced algorithms to analyze user behavior and preferences.</a:t>
            </a:r>
          </a:p>
          <a:p>
            <a:pPr marL="668655" lvl="1" indent="-257175" defTabSz="82296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2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Continuously updated recommendation models based on user feedback.</a:t>
            </a:r>
          </a:p>
          <a:p>
            <a:pPr>
              <a:spcAft>
                <a:spcPts val="600"/>
              </a:spcAf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03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B0E58038-8ACE-4AD9-B404-25C603550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Placeholder 5" descr="People in the background shaking hands">
            <a:extLst>
              <a:ext uri="{FF2B5EF4-FFF2-40B4-BE49-F238E27FC236}">
                <a16:creationId xmlns:a16="http://schemas.microsoft.com/office/drawing/2014/main" id="{7152A34F-5793-48E6-BC6E-4B7215AA9A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3355" b="13355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4" name="rectangle">
            <a:extLst>
              <a:ext uri="{FF2B5EF4-FFF2-40B4-BE49-F238E27FC236}">
                <a16:creationId xmlns:a16="http://schemas.microsoft.com/office/drawing/2014/main" id="{5A5CD42F-AE21-4AA7-BD72-1BB06E7DB7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321734"/>
            <a:ext cx="10915923" cy="5596408"/>
          </a:xfrm>
          <a:prstGeom prst="rect">
            <a:avLst/>
          </a:prstGeom>
          <a:solidFill>
            <a:srgbClr val="000000">
              <a:alpha val="7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EC8C2A-D6A8-4036-9B23-884C3448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2696" y="665922"/>
            <a:ext cx="9800886" cy="107143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</a:rPr>
              <a:t>SUMMARY</a:t>
            </a:r>
          </a:p>
        </p:txBody>
      </p:sp>
      <p:cxnSp>
        <p:nvCxnSpPr>
          <p:cNvPr id="19" name="Straight Connector">
            <a:extLst>
              <a:ext uri="{FF2B5EF4-FFF2-40B4-BE49-F238E27FC236}">
                <a16:creationId xmlns:a16="http://schemas.microsoft.com/office/drawing/2014/main" id="{38A34772-9011-42B5-AA63-FD6DEC92E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7789" y="1910746"/>
            <a:ext cx="9618132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25C3325-99AD-F54E-1479-5C00F3919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8645" y="2108202"/>
            <a:ext cx="9607276" cy="33216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45720" rIns="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price negotiation chatbot leverages advanced NLP and data retrieval technologies to offer personalized and adaptive interactions.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Font typeface="Calibri" panose="020F050202020403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enhances user experience by providing tailored recommendations and optimized negotiation strategies. </a:t>
            </a:r>
          </a:p>
        </p:txBody>
      </p:sp>
      <p:sp>
        <p:nvSpPr>
          <p:cNvPr id="21" name="!!footer rectangle">
            <a:extLst>
              <a:ext uri="{FF2B5EF4-FFF2-40B4-BE49-F238E27FC236}">
                <a16:creationId xmlns:a16="http://schemas.microsoft.com/office/drawing/2014/main" id="{82BCDE19-2810-4337-9C49-8589C4217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7430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FDF0338-C524-4CF6-9268-3569B657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4E6FD3E-3033-4D44-9759-980DCC3E7F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A887178-918B-41B5-90B5-AF84E76A422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{FE551C26-6B08-4BBA-9DD0-90D6453798F1}tf22581678_win32</Template>
  <TotalTime>31</TotalTime>
  <Words>450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Aldhabi</vt:lpstr>
      <vt:lpstr>Aptos</vt:lpstr>
      <vt:lpstr>Arial</vt:lpstr>
      <vt:lpstr>Calibri</vt:lpstr>
      <vt:lpstr>Calibri Light</vt:lpstr>
      <vt:lpstr>Times New Roman</vt:lpstr>
      <vt:lpstr>Wingdings</vt:lpstr>
      <vt:lpstr>RetrospectVTI</vt:lpstr>
      <vt:lpstr>PRICE NEGOTIATION CHATBOT SYSTEM</vt:lpstr>
      <vt:lpstr>Agenda</vt:lpstr>
      <vt:lpstr>OVERVIEW</vt:lpstr>
      <vt:lpstr>ARCHITECTURE</vt:lpstr>
      <vt:lpstr>ARCHITECTURE</vt:lpstr>
      <vt:lpstr>FEATURES</vt:lpstr>
      <vt:lpstr>IMPLEMENTATION</vt:lpstr>
      <vt:lpstr>USE CASES</vt:lpstr>
      <vt:lpstr>CHALLENGES AND SOLUTIONS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navroj kaur</dc:creator>
  <cp:lastModifiedBy>navroj kaur</cp:lastModifiedBy>
  <cp:revision>2</cp:revision>
  <dcterms:created xsi:type="dcterms:W3CDTF">2024-08-13T01:18:01Z</dcterms:created>
  <dcterms:modified xsi:type="dcterms:W3CDTF">2024-08-15T17:55:52Z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